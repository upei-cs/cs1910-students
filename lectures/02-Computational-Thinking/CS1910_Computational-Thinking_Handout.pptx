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4EC7-282F-5E59-2F16-CFA56888D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B10D1-28C8-0607-046A-70D0392FC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5B729-F748-B0B5-14C7-623E3314A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C2012-6512-0F6F-66BF-AC4841A5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6C6C4-4D5D-4608-8445-C0DFB015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2916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C1482-3881-5EDD-D24D-A42EE62F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452AC-5052-D96B-1593-BDE679400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DFEAE-45D1-9357-07E1-73F15DC6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D7553-3C88-5D0A-0B66-EE207B37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3CB8F-CCC3-02EB-6256-E1FA0440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415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1686-3729-5A02-522F-A44D4263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2F39B-3CA2-519B-B1AA-6BDA982F2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23646-B0E2-8432-7101-A4A60CFE6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40390-785D-0398-9FED-577AC161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66F1C-F0F7-BF5A-7C6F-D82437443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980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B171-A9A8-0968-10A8-68739F4EC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98BA4-E6E6-AC6A-C656-F0349CADD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0AFCC-D5D8-1BA6-D704-13DA33B98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D3DF9-BE92-D5F0-5440-6EF4AB41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84E82-7D6C-CB68-0BB2-198C884B9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FF9A8-A42A-E29A-D2DC-65199F28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999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9D07-CD7F-B26D-DFB0-952BA2D53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048C9-692E-C8FA-1B1F-11447B6A9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B4FE5-DBFF-7A3F-FE4C-63648DB8A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44E7CE-1A90-D6D1-53E9-0F6F3D460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A2FEA-4549-A07B-0867-05FCFEF77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DC17D7-E9BD-2EF1-2BAE-3A3FE187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EF41CF-2FA0-5F0A-9F08-C80569F9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D02084-4058-1E28-D624-370CE090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214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8A8CB-398D-111A-0710-DC6948923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B4C07-3697-0D68-4D4B-0BFB1E59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AF38A-13A3-76DB-6AA1-7B61F2AC8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5B0EF-7949-D871-9B13-37D157032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8999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CA7688-D051-CAD8-AC1A-0414B2C99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AF2EA6-F044-14E1-6302-860883CAE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23A9D-F97A-8B45-2945-088DB24A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4554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7704-4558-5116-C649-3CFDBB3B6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4CBB8-5DCB-8165-E17D-0BCCA4F77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C72EC-187C-FFAC-641E-C9304424B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A1E2E-79A1-7E15-C647-697309CE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6C4A9-9667-25E7-D0EE-B854903B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0B518-847C-CE21-6C9E-E4522964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776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0DBC-5933-7D61-04E2-9E386CF4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BAF1D-2314-7C81-B0A0-34A8A5258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0E9E9-3AE4-59B9-02F9-682E29655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10C77-BC0F-3D50-368C-C2D692C6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C8CD7-2A8B-0C19-D9BC-281507725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4CFBB-3662-4872-7302-998D8C2F0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435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126C-3685-7C3E-879D-59727C76F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51C19-9F9B-9849-E5E3-C89E2BA02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FD50C-EFF3-B221-B70F-315B60EA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E2BBB-09E2-6B65-3695-38C37C9A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87E03-19CE-1511-4DF8-52DD872A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053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F5C6B3-36C0-7D0B-FD62-9C780DC12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5D93C-A451-1037-7357-1A08624E0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6EAD9-BEC5-83AB-C383-F060709C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5F83C-6977-B281-8484-482600F3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A071C-3E48-76DE-AD5B-3F5EBE2E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398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18F63-EE2B-E981-C462-889BB656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FF544-444B-1874-3A1F-FB42047B1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61D54-1D43-9AE6-C78D-034A3F13B2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8C54B-15F2-4590-B144-0612A2DF71AC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B6C06-2066-F585-656B-9D7C206E8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BBDDB-8765-2BCF-E157-C08C8D533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F5EF9-ACB6-421C-873A-4C783C57010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5788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385A93-B239-BB99-81D3-86ECAF9E6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59462"/>
            <a:ext cx="6725386" cy="672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93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Power</dc:creator>
  <cp:lastModifiedBy>Christopher Power</cp:lastModifiedBy>
  <cp:revision>1</cp:revision>
  <dcterms:created xsi:type="dcterms:W3CDTF">2026-01-15T14:11:54Z</dcterms:created>
  <dcterms:modified xsi:type="dcterms:W3CDTF">2026-01-15T14:12:59Z</dcterms:modified>
</cp:coreProperties>
</file>