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46"/>
  </p:notesMasterIdLst>
  <p:sldIdLst>
    <p:sldId id="256" r:id="rId2"/>
    <p:sldId id="257" r:id="rId3"/>
    <p:sldId id="298" r:id="rId4"/>
    <p:sldId id="307" r:id="rId5"/>
    <p:sldId id="328" r:id="rId6"/>
    <p:sldId id="289" r:id="rId7"/>
    <p:sldId id="292" r:id="rId8"/>
    <p:sldId id="293" r:id="rId9"/>
    <p:sldId id="329" r:id="rId10"/>
    <p:sldId id="335" r:id="rId11"/>
    <p:sldId id="308" r:id="rId12"/>
    <p:sldId id="330" r:id="rId13"/>
    <p:sldId id="295" r:id="rId14"/>
    <p:sldId id="296" r:id="rId15"/>
    <p:sldId id="309" r:id="rId16"/>
    <p:sldId id="332" r:id="rId17"/>
    <p:sldId id="291" r:id="rId18"/>
    <p:sldId id="311" r:id="rId19"/>
    <p:sldId id="336" r:id="rId20"/>
    <p:sldId id="310" r:id="rId21"/>
    <p:sldId id="333" r:id="rId22"/>
    <p:sldId id="312" r:id="rId23"/>
    <p:sldId id="334" r:id="rId24"/>
    <p:sldId id="337" r:id="rId25"/>
    <p:sldId id="327" r:id="rId26"/>
    <p:sldId id="313" r:id="rId27"/>
    <p:sldId id="315" r:id="rId28"/>
    <p:sldId id="316" r:id="rId29"/>
    <p:sldId id="317" r:id="rId30"/>
    <p:sldId id="318" r:id="rId31"/>
    <p:sldId id="321" r:id="rId32"/>
    <p:sldId id="323" r:id="rId33"/>
    <p:sldId id="324" r:id="rId34"/>
    <p:sldId id="322" r:id="rId35"/>
    <p:sldId id="326" r:id="rId36"/>
    <p:sldId id="338" r:id="rId37"/>
    <p:sldId id="300" r:id="rId38"/>
    <p:sldId id="301" r:id="rId39"/>
    <p:sldId id="319" r:id="rId40"/>
    <p:sldId id="320" r:id="rId41"/>
    <p:sldId id="304" r:id="rId42"/>
    <p:sldId id="305" r:id="rId43"/>
    <p:sldId id="306" r:id="rId44"/>
    <p:sldId id="325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647794-EAF7-4B3C-BD12-64016BE42BCC}" v="3" dt="2026-07-23T00:10:28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98"/>
    <p:restoredTop sz="77192"/>
  </p:normalViewPr>
  <p:slideViewPr>
    <p:cSldViewPr snapToGrid="0">
      <p:cViewPr varScale="1">
        <p:scale>
          <a:sx n="85" d="100"/>
          <a:sy n="85" d="100"/>
        </p:scale>
        <p:origin x="2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wer" userId="83706efc-52ec-4aad-b93a-e27c6e901a30" providerId="ADAL" clId="{97D26654-64D5-4042-8583-A5886BB6B01E}"/>
    <pc:docChg chg="undo custSel addSld delSld modSld sldOrd">
      <pc:chgData name="Christopher Power" userId="83706efc-52ec-4aad-b93a-e27c6e901a30" providerId="ADAL" clId="{97D26654-64D5-4042-8583-A5886BB6B01E}" dt="2026-07-23T00:10:42.629" v="3446" actId="47"/>
      <pc:docMkLst>
        <pc:docMk/>
      </pc:docMkLst>
      <pc:sldChg chg="modSp mod">
        <pc:chgData name="Christopher Power" userId="83706efc-52ec-4aad-b93a-e27c6e901a30" providerId="ADAL" clId="{97D26654-64D5-4042-8583-A5886BB6B01E}" dt="2026-07-23T00:04:59.158" v="3429" actId="20577"/>
        <pc:sldMkLst>
          <pc:docMk/>
          <pc:sldMk cId="3002068836" sldId="256"/>
        </pc:sldMkLst>
        <pc:spChg chg="mod">
          <ac:chgData name="Christopher Power" userId="83706efc-52ec-4aad-b93a-e27c6e901a30" providerId="ADAL" clId="{97D26654-64D5-4042-8583-A5886BB6B01E}" dt="2026-07-23T00:04:59.158" v="3429" actId="20577"/>
          <ac:spMkLst>
            <pc:docMk/>
            <pc:sldMk cId="3002068836" sldId="256"/>
            <ac:spMk id="3" creationId="{C5AB9C7C-BEF1-C07A-6A77-DBDD71480AAD}"/>
          </ac:spMkLst>
        </pc:spChg>
      </pc:sldChg>
      <pc:sldChg chg="modSp add del mod">
        <pc:chgData name="Christopher Power" userId="83706efc-52ec-4aad-b93a-e27c6e901a30" providerId="ADAL" clId="{97D26654-64D5-4042-8583-A5886BB6B01E}" dt="2026-07-23T00:10:41.864" v="3445" actId="47"/>
        <pc:sldMkLst>
          <pc:docMk/>
          <pc:sldMk cId="1144124753" sldId="266"/>
        </pc:sldMkLst>
        <pc:spChg chg="mod">
          <ac:chgData name="Christopher Power" userId="83706efc-52ec-4aad-b93a-e27c6e901a30" providerId="ADAL" clId="{97D26654-64D5-4042-8583-A5886BB6B01E}" dt="2026-07-23T00:10:34.096" v="3444" actId="27636"/>
          <ac:spMkLst>
            <pc:docMk/>
            <pc:sldMk cId="1144124753" sldId="266"/>
            <ac:spMk id="3" creationId="{C9BD3A44-D666-194C-0B46-E1ECA20D95D5}"/>
          </ac:spMkLst>
        </pc:spChg>
      </pc:sldChg>
      <pc:sldChg chg="modSp">
        <pc:chgData name="Christopher Power" userId="83706efc-52ec-4aad-b93a-e27c6e901a30" providerId="ADAL" clId="{97D26654-64D5-4042-8583-A5886BB6B01E}" dt="2026-07-23T00:10:28.199" v="3437"/>
        <pc:sldMkLst>
          <pc:docMk/>
          <pc:sldMk cId="1240013117" sldId="292"/>
        </pc:sldMkLst>
        <pc:spChg chg="mod">
          <ac:chgData name="Christopher Power" userId="83706efc-52ec-4aad-b93a-e27c6e901a30" providerId="ADAL" clId="{97D26654-64D5-4042-8583-A5886BB6B01E}" dt="2026-07-23T00:10:28.199" v="3437"/>
          <ac:spMkLst>
            <pc:docMk/>
            <pc:sldMk cId="1240013117" sldId="292"/>
            <ac:spMk id="13" creationId="{E1FA4867-4F69-32ED-E0DF-6CBA4DD96074}"/>
          </ac:spMkLst>
        </pc:spChg>
      </pc:sldChg>
      <pc:sldChg chg="modSp">
        <pc:chgData name="Christopher Power" userId="83706efc-52ec-4aad-b93a-e27c6e901a30" providerId="ADAL" clId="{97D26654-64D5-4042-8583-A5886BB6B01E}" dt="2026-07-23T00:10:28.199" v="3437"/>
        <pc:sldMkLst>
          <pc:docMk/>
          <pc:sldMk cId="1522061601" sldId="306"/>
        </pc:sldMkLst>
        <pc:spChg chg="mod">
          <ac:chgData name="Christopher Power" userId="83706efc-52ec-4aad-b93a-e27c6e901a30" providerId="ADAL" clId="{97D26654-64D5-4042-8583-A5886BB6B01E}" dt="2026-07-23T00:10:28.199" v="3437"/>
          <ac:spMkLst>
            <pc:docMk/>
            <pc:sldMk cId="1522061601" sldId="306"/>
            <ac:spMk id="2" creationId="{F571D89F-1684-1FFD-C68D-ACEA98533813}"/>
          </ac:spMkLst>
        </pc:spChg>
      </pc:sldChg>
      <pc:sldChg chg="modNotes">
        <pc:chgData name="Christopher Power" userId="83706efc-52ec-4aad-b93a-e27c6e901a30" providerId="ADAL" clId="{97D26654-64D5-4042-8583-A5886BB6B01E}" dt="2026-07-23T00:10:28.199" v="3437"/>
        <pc:sldMkLst>
          <pc:docMk/>
          <pc:sldMk cId="3462791232" sldId="312"/>
        </pc:sldMkLst>
      </pc:sldChg>
      <pc:sldChg chg="modSp">
        <pc:chgData name="Christopher Power" userId="83706efc-52ec-4aad-b93a-e27c6e901a30" providerId="ADAL" clId="{97D26654-64D5-4042-8583-A5886BB6B01E}" dt="2026-07-23T00:10:28.199" v="3437"/>
        <pc:sldMkLst>
          <pc:docMk/>
          <pc:sldMk cId="2501657295" sldId="313"/>
        </pc:sldMkLst>
        <pc:spChg chg="mod">
          <ac:chgData name="Christopher Power" userId="83706efc-52ec-4aad-b93a-e27c6e901a30" providerId="ADAL" clId="{97D26654-64D5-4042-8583-A5886BB6B01E}" dt="2026-07-23T00:10:28.199" v="3437"/>
          <ac:spMkLst>
            <pc:docMk/>
            <pc:sldMk cId="2501657295" sldId="313"/>
            <ac:spMk id="6" creationId="{815CC9D8-56CB-CA98-9C6A-B1E8BDED7698}"/>
          </ac:spMkLst>
        </pc:spChg>
      </pc:sldChg>
      <pc:sldChg chg="modSp">
        <pc:chgData name="Christopher Power" userId="83706efc-52ec-4aad-b93a-e27c6e901a30" providerId="ADAL" clId="{97D26654-64D5-4042-8583-A5886BB6B01E}" dt="2026-07-23T00:10:28.199" v="3437"/>
        <pc:sldMkLst>
          <pc:docMk/>
          <pc:sldMk cId="1079085428" sldId="318"/>
        </pc:sldMkLst>
        <pc:spChg chg="mod">
          <ac:chgData name="Christopher Power" userId="83706efc-52ec-4aad-b93a-e27c6e901a30" providerId="ADAL" clId="{97D26654-64D5-4042-8583-A5886BB6B01E}" dt="2026-07-23T00:10:28.199" v="3437"/>
          <ac:spMkLst>
            <pc:docMk/>
            <pc:sldMk cId="1079085428" sldId="318"/>
            <ac:spMk id="2" creationId="{384C2D4B-532B-F5F8-79D4-1A3F4AC2049E}"/>
          </ac:spMkLst>
        </pc:spChg>
        <pc:spChg chg="mod">
          <ac:chgData name="Christopher Power" userId="83706efc-52ec-4aad-b93a-e27c6e901a30" providerId="ADAL" clId="{97D26654-64D5-4042-8583-A5886BB6B01E}" dt="2026-07-23T00:10:28.199" v="3437"/>
          <ac:spMkLst>
            <pc:docMk/>
            <pc:sldMk cId="1079085428" sldId="318"/>
            <ac:spMk id="7" creationId="{803C9804-8D65-DCA4-9DE7-3F55DD9DE146}"/>
          </ac:spMkLst>
        </pc:spChg>
      </pc:sldChg>
      <pc:sldChg chg="modSp">
        <pc:chgData name="Christopher Power" userId="83706efc-52ec-4aad-b93a-e27c6e901a30" providerId="ADAL" clId="{97D26654-64D5-4042-8583-A5886BB6B01E}" dt="2026-07-23T00:10:28.199" v="3437"/>
        <pc:sldMkLst>
          <pc:docMk/>
          <pc:sldMk cId="1228339117" sldId="322"/>
        </pc:sldMkLst>
        <pc:spChg chg="mod">
          <ac:chgData name="Christopher Power" userId="83706efc-52ec-4aad-b93a-e27c6e901a30" providerId="ADAL" clId="{97D26654-64D5-4042-8583-A5886BB6B01E}" dt="2026-07-23T00:10:28.199" v="3437"/>
          <ac:spMkLst>
            <pc:docMk/>
            <pc:sldMk cId="1228339117" sldId="322"/>
            <ac:spMk id="4" creationId="{B19A2771-B334-2987-3E72-27EB9F58596B}"/>
          </ac:spMkLst>
        </pc:spChg>
      </pc:sldChg>
      <pc:sldChg chg="modSp modNotes">
        <pc:chgData name="Christopher Power" userId="83706efc-52ec-4aad-b93a-e27c6e901a30" providerId="ADAL" clId="{97D26654-64D5-4042-8583-A5886BB6B01E}" dt="2026-07-23T00:10:28.199" v="3437"/>
        <pc:sldMkLst>
          <pc:docMk/>
          <pc:sldMk cId="391774897" sldId="334"/>
        </pc:sldMkLst>
        <pc:spChg chg="mod">
          <ac:chgData name="Christopher Power" userId="83706efc-52ec-4aad-b93a-e27c6e901a30" providerId="ADAL" clId="{97D26654-64D5-4042-8583-A5886BB6B01E}" dt="2026-07-23T00:10:28.199" v="3437"/>
          <ac:spMkLst>
            <pc:docMk/>
            <pc:sldMk cId="391774897" sldId="334"/>
            <ac:spMk id="3" creationId="{FECF3A57-BCCF-E171-2953-D36ADB745995}"/>
          </ac:spMkLst>
        </pc:spChg>
      </pc:sldChg>
      <pc:sldChg chg="modSp modNotes">
        <pc:chgData name="Christopher Power" userId="83706efc-52ec-4aad-b93a-e27c6e901a30" providerId="ADAL" clId="{97D26654-64D5-4042-8583-A5886BB6B01E}" dt="2026-07-23T00:10:28.199" v="3437"/>
        <pc:sldMkLst>
          <pc:docMk/>
          <pc:sldMk cId="852908218" sldId="337"/>
        </pc:sldMkLst>
        <pc:spChg chg="mod">
          <ac:chgData name="Christopher Power" userId="83706efc-52ec-4aad-b93a-e27c6e901a30" providerId="ADAL" clId="{97D26654-64D5-4042-8583-A5886BB6B01E}" dt="2026-07-23T00:10:28.199" v="3437"/>
          <ac:spMkLst>
            <pc:docMk/>
            <pc:sldMk cId="852908218" sldId="337"/>
            <ac:spMk id="3" creationId="{67C24A29-DE1E-EB79-C815-96CAEF4DAA64}"/>
          </ac:spMkLst>
        </pc:spChg>
      </pc:sldChg>
      <pc:sldChg chg="add del">
        <pc:chgData name="Christopher Power" userId="83706efc-52ec-4aad-b93a-e27c6e901a30" providerId="ADAL" clId="{97D26654-64D5-4042-8583-A5886BB6B01E}" dt="2026-07-23T00:10:42.629" v="3446" actId="47"/>
        <pc:sldMkLst>
          <pc:docMk/>
          <pc:sldMk cId="189958695" sldId="339"/>
        </pc:sldMkLst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F38F0A-2D04-4C24-B923-62349047491F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8D1FD3-8442-478E-8D16-501BE37BD5FD}">
      <dgm:prSet/>
      <dgm:spPr/>
      <dgm:t>
        <a:bodyPr/>
        <a:lstStyle/>
        <a:p>
          <a:r>
            <a:rPr lang="en-US" b="1" i="0" dirty="0"/>
            <a:t>Where do I start drawing?</a:t>
          </a:r>
          <a:r>
            <a:rPr lang="en-US" b="0" i="0" dirty="0"/>
            <a:t> </a:t>
          </a:r>
        </a:p>
        <a:p>
          <a:r>
            <a:rPr lang="en-US" b="0" i="0" dirty="0"/>
            <a:t>Should I begin at the center or the outer edge?</a:t>
          </a:r>
          <a:endParaRPr lang="en-US" dirty="0"/>
        </a:p>
      </dgm:t>
    </dgm:pt>
    <dgm:pt modelId="{937616AC-B437-4284-920C-15248784E69A}" type="parTrans" cxnId="{D5C24D24-6536-4C95-BCE4-A3CCA4FFC3A9}">
      <dgm:prSet/>
      <dgm:spPr/>
      <dgm:t>
        <a:bodyPr/>
        <a:lstStyle/>
        <a:p>
          <a:endParaRPr lang="en-US"/>
        </a:p>
      </dgm:t>
    </dgm:pt>
    <dgm:pt modelId="{E4B8E75E-2CA4-42BD-97CF-B19348BBE292}" type="sibTrans" cxnId="{D5C24D24-6536-4C95-BCE4-A3CCA4FFC3A9}">
      <dgm:prSet/>
      <dgm:spPr/>
      <dgm:t>
        <a:bodyPr/>
        <a:lstStyle/>
        <a:p>
          <a:endParaRPr lang="en-US"/>
        </a:p>
      </dgm:t>
    </dgm:pt>
    <dgm:pt modelId="{BEB4C88F-5C89-4982-A48C-D7DE49C05F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How do I make the lines straight?</a:t>
          </a:r>
          <a:r>
            <a:rPr lang="en-US" b="0" i="0" dirty="0"/>
            <a:t> </a:t>
          </a:r>
        </a:p>
        <a:p>
          <a:pPr>
            <a:buFont typeface="Arial" panose="020B0604020202020204" pitchFamily="34" charset="0"/>
            <a:buChar char="•"/>
          </a:pPr>
          <a:r>
            <a:rPr lang="en-US" b="0" i="0" dirty="0"/>
            <a:t>Do I need a ruler or a grid?</a:t>
          </a:r>
        </a:p>
      </dgm:t>
    </dgm:pt>
    <dgm:pt modelId="{F32A96E6-DF91-4AB0-BFC7-D3E1539A3560}" type="parTrans" cxnId="{8B0393BD-F675-4D93-BE5C-32F1C81DEF47}">
      <dgm:prSet/>
      <dgm:spPr/>
      <dgm:t>
        <a:bodyPr/>
        <a:lstStyle/>
        <a:p>
          <a:endParaRPr lang="en-CA"/>
        </a:p>
      </dgm:t>
    </dgm:pt>
    <dgm:pt modelId="{849DAB63-AD1C-4E9C-9AD6-719D893EE607}" type="sibTrans" cxnId="{8B0393BD-F675-4D93-BE5C-32F1C81DEF47}">
      <dgm:prSet/>
      <dgm:spPr/>
      <dgm:t>
        <a:bodyPr/>
        <a:lstStyle/>
        <a:p>
          <a:endParaRPr lang="en-CA"/>
        </a:p>
      </dgm:t>
    </dgm:pt>
    <dgm:pt modelId="{5FB4247B-DA03-4129-848A-FABB4966B1F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How do I space the lines evenly?</a:t>
          </a:r>
          <a:r>
            <a:rPr lang="en-US" b="0" i="0" dirty="0"/>
            <a:t> </a:t>
          </a:r>
        </a:p>
        <a:p>
          <a:pPr>
            <a:buFont typeface="Arial" panose="020B0604020202020204" pitchFamily="34" charset="0"/>
            <a:buChar char="•"/>
          </a:pPr>
          <a:r>
            <a:rPr lang="en-US" b="0" i="0" dirty="0"/>
            <a:t>Should I measure angles or distances?</a:t>
          </a:r>
        </a:p>
      </dgm:t>
    </dgm:pt>
    <dgm:pt modelId="{0C960705-10E1-4588-B579-CECB4855244A}" type="parTrans" cxnId="{1B24B48B-CAC1-45C1-920D-C700DC8B2F0D}">
      <dgm:prSet/>
      <dgm:spPr/>
      <dgm:t>
        <a:bodyPr/>
        <a:lstStyle/>
        <a:p>
          <a:endParaRPr lang="en-CA"/>
        </a:p>
      </dgm:t>
    </dgm:pt>
    <dgm:pt modelId="{E99D1AA4-ED4F-40E9-B592-BA101927D9F4}" type="sibTrans" cxnId="{1B24B48B-CAC1-45C1-920D-C700DC8B2F0D}">
      <dgm:prSet/>
      <dgm:spPr/>
      <dgm:t>
        <a:bodyPr/>
        <a:lstStyle/>
        <a:p>
          <a:endParaRPr lang="en-CA"/>
        </a:p>
      </dgm:t>
    </dgm:pt>
    <dgm:pt modelId="{3E924CDD-A503-48E9-9820-31FC676D9AE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What about the circle?</a:t>
          </a:r>
          <a:r>
            <a:rPr lang="en-US" b="0" i="0" dirty="0"/>
            <a:t> </a:t>
          </a:r>
        </a:p>
        <a:p>
          <a:pPr>
            <a:buFont typeface="Arial" panose="020B0604020202020204" pitchFamily="34" charset="0"/>
            <a:buChar char="•"/>
          </a:pPr>
          <a:r>
            <a:rPr lang="en-US" b="0" i="0" dirty="0"/>
            <a:t>How do I make it perfectly round?</a:t>
          </a:r>
        </a:p>
      </dgm:t>
    </dgm:pt>
    <dgm:pt modelId="{129C35A6-6D5A-4667-84AA-E6CC3A540EAB}" type="parTrans" cxnId="{6545BED5-EA0E-412D-B27B-6111D16B7876}">
      <dgm:prSet/>
      <dgm:spPr/>
      <dgm:t>
        <a:bodyPr/>
        <a:lstStyle/>
        <a:p>
          <a:endParaRPr lang="en-CA"/>
        </a:p>
      </dgm:t>
    </dgm:pt>
    <dgm:pt modelId="{8993CD38-7736-4F79-AA5A-D93411890594}" type="sibTrans" cxnId="{6545BED5-EA0E-412D-B27B-6111D16B7876}">
      <dgm:prSet/>
      <dgm:spPr/>
      <dgm:t>
        <a:bodyPr/>
        <a:lstStyle/>
        <a:p>
          <a:endParaRPr lang="en-CA"/>
        </a:p>
      </dgm:t>
    </dgm:pt>
    <dgm:pt modelId="{407B3391-42C1-4D6A-BCDE-D14CBBD3BA0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How do I draw the red vertical lines?</a:t>
          </a:r>
          <a:r>
            <a:rPr lang="en-US" b="0" i="0" dirty="0"/>
            <a:t> How far apart should they be?</a:t>
          </a:r>
        </a:p>
      </dgm:t>
    </dgm:pt>
    <dgm:pt modelId="{D186E9B4-24E8-4937-AE2E-A542C89E5FCA}" type="parTrans" cxnId="{B3F2389B-36E4-4A59-9EC3-39A487D1D816}">
      <dgm:prSet/>
      <dgm:spPr/>
      <dgm:t>
        <a:bodyPr/>
        <a:lstStyle/>
        <a:p>
          <a:endParaRPr lang="en-CA"/>
        </a:p>
      </dgm:t>
    </dgm:pt>
    <dgm:pt modelId="{F9AE0F01-98B4-4CD4-85F7-280FEA244C73}" type="sibTrans" cxnId="{B3F2389B-36E4-4A59-9EC3-39A487D1D816}">
      <dgm:prSet/>
      <dgm:spPr/>
      <dgm:t>
        <a:bodyPr/>
        <a:lstStyle/>
        <a:p>
          <a:endParaRPr lang="en-CA"/>
        </a:p>
      </dgm:t>
    </dgm:pt>
    <dgm:pt modelId="{9A485D85-16C1-460A-A862-777ABE14DA6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How do I keep everything aligned?</a:t>
          </a:r>
          <a:r>
            <a:rPr lang="en-US" b="0" i="0" dirty="0"/>
            <a:t> </a:t>
          </a:r>
        </a:p>
        <a:p>
          <a:pPr>
            <a:buFont typeface="Arial" panose="020B0604020202020204" pitchFamily="34" charset="0"/>
            <a:buChar char="•"/>
          </a:pPr>
          <a:r>
            <a:rPr lang="en-US" b="0" i="0" dirty="0"/>
            <a:t>Do I need to check symmetry after every line?</a:t>
          </a:r>
        </a:p>
      </dgm:t>
    </dgm:pt>
    <dgm:pt modelId="{5905D77E-702C-48E4-89DA-1FA2A3C16D1F}" type="parTrans" cxnId="{DDD83A38-8EBE-4DF4-AF6A-F5AFC7E6C825}">
      <dgm:prSet/>
      <dgm:spPr/>
      <dgm:t>
        <a:bodyPr/>
        <a:lstStyle/>
        <a:p>
          <a:endParaRPr lang="en-CA"/>
        </a:p>
      </dgm:t>
    </dgm:pt>
    <dgm:pt modelId="{50B56780-436F-423F-BC6A-B4E33D481DB9}" type="sibTrans" cxnId="{DDD83A38-8EBE-4DF4-AF6A-F5AFC7E6C825}">
      <dgm:prSet/>
      <dgm:spPr/>
      <dgm:t>
        <a:bodyPr/>
        <a:lstStyle/>
        <a:p>
          <a:endParaRPr lang="en-CA"/>
        </a:p>
      </dgm:t>
    </dgm:pt>
    <dgm:pt modelId="{24BA5CDC-0500-4288-A5AC-E8C90675C3C9}" type="pres">
      <dgm:prSet presAssocID="{3BF38F0A-2D04-4C24-B923-62349047491F}" presName="vert0" presStyleCnt="0">
        <dgm:presLayoutVars>
          <dgm:dir/>
          <dgm:animOne val="branch"/>
          <dgm:animLvl val="lvl"/>
        </dgm:presLayoutVars>
      </dgm:prSet>
      <dgm:spPr/>
    </dgm:pt>
    <dgm:pt modelId="{9E802005-FAAC-4154-9FA6-85008BD48035}" type="pres">
      <dgm:prSet presAssocID="{768D1FD3-8442-478E-8D16-501BE37BD5FD}" presName="thickLine" presStyleLbl="alignNode1" presStyleIdx="0" presStyleCnt="6"/>
      <dgm:spPr/>
    </dgm:pt>
    <dgm:pt modelId="{6B58C30C-0EE5-4796-89DE-4915FDC61F13}" type="pres">
      <dgm:prSet presAssocID="{768D1FD3-8442-478E-8D16-501BE37BD5FD}" presName="horz1" presStyleCnt="0"/>
      <dgm:spPr/>
    </dgm:pt>
    <dgm:pt modelId="{12B30A74-2D37-4D19-8226-17ED6436F05D}" type="pres">
      <dgm:prSet presAssocID="{768D1FD3-8442-478E-8D16-501BE37BD5FD}" presName="tx1" presStyleLbl="revTx" presStyleIdx="0" presStyleCnt="6"/>
      <dgm:spPr/>
    </dgm:pt>
    <dgm:pt modelId="{C8891E6E-412F-4EEB-83B9-0346FF8F4FF8}" type="pres">
      <dgm:prSet presAssocID="{768D1FD3-8442-478E-8D16-501BE37BD5FD}" presName="vert1" presStyleCnt="0"/>
      <dgm:spPr/>
    </dgm:pt>
    <dgm:pt modelId="{301450CD-6AB2-431B-9CFE-F7261CAAFEC8}" type="pres">
      <dgm:prSet presAssocID="{BEB4C88F-5C89-4982-A48C-D7DE49C05F40}" presName="thickLine" presStyleLbl="alignNode1" presStyleIdx="1" presStyleCnt="6"/>
      <dgm:spPr/>
    </dgm:pt>
    <dgm:pt modelId="{213AE170-78D6-450F-9D4B-2CC041898A77}" type="pres">
      <dgm:prSet presAssocID="{BEB4C88F-5C89-4982-A48C-D7DE49C05F40}" presName="horz1" presStyleCnt="0"/>
      <dgm:spPr/>
    </dgm:pt>
    <dgm:pt modelId="{29EB105E-9025-437D-BA33-C0511A762806}" type="pres">
      <dgm:prSet presAssocID="{BEB4C88F-5C89-4982-A48C-D7DE49C05F40}" presName="tx1" presStyleLbl="revTx" presStyleIdx="1" presStyleCnt="6"/>
      <dgm:spPr/>
    </dgm:pt>
    <dgm:pt modelId="{603F875D-9FC0-4FDD-8DBF-84B4AC8055AF}" type="pres">
      <dgm:prSet presAssocID="{BEB4C88F-5C89-4982-A48C-D7DE49C05F40}" presName="vert1" presStyleCnt="0"/>
      <dgm:spPr/>
    </dgm:pt>
    <dgm:pt modelId="{534744B8-64D1-4B6D-8F21-7C7D8D440976}" type="pres">
      <dgm:prSet presAssocID="{5FB4247B-DA03-4129-848A-FABB4966B1FA}" presName="thickLine" presStyleLbl="alignNode1" presStyleIdx="2" presStyleCnt="6"/>
      <dgm:spPr/>
    </dgm:pt>
    <dgm:pt modelId="{18F08DC1-2BAC-4C17-9E53-3B5715E03274}" type="pres">
      <dgm:prSet presAssocID="{5FB4247B-DA03-4129-848A-FABB4966B1FA}" presName="horz1" presStyleCnt="0"/>
      <dgm:spPr/>
    </dgm:pt>
    <dgm:pt modelId="{0A29DE61-1F01-4CFD-BA72-61F062251F7A}" type="pres">
      <dgm:prSet presAssocID="{5FB4247B-DA03-4129-848A-FABB4966B1FA}" presName="tx1" presStyleLbl="revTx" presStyleIdx="2" presStyleCnt="6"/>
      <dgm:spPr/>
    </dgm:pt>
    <dgm:pt modelId="{D8783DBC-5816-4343-9CA1-74C5673FCCCB}" type="pres">
      <dgm:prSet presAssocID="{5FB4247B-DA03-4129-848A-FABB4966B1FA}" presName="vert1" presStyleCnt="0"/>
      <dgm:spPr/>
    </dgm:pt>
    <dgm:pt modelId="{3FFEBB0D-B234-4AF5-8F59-7C345A7B56BC}" type="pres">
      <dgm:prSet presAssocID="{3E924CDD-A503-48E9-9820-31FC676D9AE6}" presName="thickLine" presStyleLbl="alignNode1" presStyleIdx="3" presStyleCnt="6"/>
      <dgm:spPr/>
    </dgm:pt>
    <dgm:pt modelId="{1B7BCDA3-21A5-407B-B7BE-1D7D381E8E77}" type="pres">
      <dgm:prSet presAssocID="{3E924CDD-A503-48E9-9820-31FC676D9AE6}" presName="horz1" presStyleCnt="0"/>
      <dgm:spPr/>
    </dgm:pt>
    <dgm:pt modelId="{5F53B9F2-8C05-4470-9060-C32FDEB857C6}" type="pres">
      <dgm:prSet presAssocID="{3E924CDD-A503-48E9-9820-31FC676D9AE6}" presName="tx1" presStyleLbl="revTx" presStyleIdx="3" presStyleCnt="6"/>
      <dgm:spPr/>
    </dgm:pt>
    <dgm:pt modelId="{41B9DF35-0563-4149-8051-FEE737E0BE72}" type="pres">
      <dgm:prSet presAssocID="{3E924CDD-A503-48E9-9820-31FC676D9AE6}" presName="vert1" presStyleCnt="0"/>
      <dgm:spPr/>
    </dgm:pt>
    <dgm:pt modelId="{B4CE9F41-59F8-4E2B-A442-696E9FAD531F}" type="pres">
      <dgm:prSet presAssocID="{407B3391-42C1-4D6A-BCDE-D14CBBD3BA05}" presName="thickLine" presStyleLbl="alignNode1" presStyleIdx="4" presStyleCnt="6"/>
      <dgm:spPr/>
    </dgm:pt>
    <dgm:pt modelId="{BB1618F4-6B97-4DB6-8C8C-AD6E5C135021}" type="pres">
      <dgm:prSet presAssocID="{407B3391-42C1-4D6A-BCDE-D14CBBD3BA05}" presName="horz1" presStyleCnt="0"/>
      <dgm:spPr/>
    </dgm:pt>
    <dgm:pt modelId="{EA2015D3-C180-4D03-8AC1-8DEBBE829222}" type="pres">
      <dgm:prSet presAssocID="{407B3391-42C1-4D6A-BCDE-D14CBBD3BA05}" presName="tx1" presStyleLbl="revTx" presStyleIdx="4" presStyleCnt="6"/>
      <dgm:spPr/>
    </dgm:pt>
    <dgm:pt modelId="{D6BAD7FB-1F09-4122-ACC8-AFBC1C4D88B6}" type="pres">
      <dgm:prSet presAssocID="{407B3391-42C1-4D6A-BCDE-D14CBBD3BA05}" presName="vert1" presStyleCnt="0"/>
      <dgm:spPr/>
    </dgm:pt>
    <dgm:pt modelId="{CF8010E5-4BA7-40BF-9445-789022091CA6}" type="pres">
      <dgm:prSet presAssocID="{9A485D85-16C1-460A-A862-777ABE14DA6A}" presName="thickLine" presStyleLbl="alignNode1" presStyleIdx="5" presStyleCnt="6"/>
      <dgm:spPr/>
    </dgm:pt>
    <dgm:pt modelId="{BEFBAC89-F94C-4769-AF9C-B6692EB85682}" type="pres">
      <dgm:prSet presAssocID="{9A485D85-16C1-460A-A862-777ABE14DA6A}" presName="horz1" presStyleCnt="0"/>
      <dgm:spPr/>
    </dgm:pt>
    <dgm:pt modelId="{F6CD89F3-0B8E-4C9E-A6B2-8F982BDD6BB1}" type="pres">
      <dgm:prSet presAssocID="{9A485D85-16C1-460A-A862-777ABE14DA6A}" presName="tx1" presStyleLbl="revTx" presStyleIdx="5" presStyleCnt="6"/>
      <dgm:spPr/>
    </dgm:pt>
    <dgm:pt modelId="{ABB6D2DB-56BA-4072-980E-20D0B0207087}" type="pres">
      <dgm:prSet presAssocID="{9A485D85-16C1-460A-A862-777ABE14DA6A}" presName="vert1" presStyleCnt="0"/>
      <dgm:spPr/>
    </dgm:pt>
  </dgm:ptLst>
  <dgm:cxnLst>
    <dgm:cxn modelId="{D5C02404-CA95-434C-B493-CEF5785265D8}" type="presOf" srcId="{5FB4247B-DA03-4129-848A-FABB4966B1FA}" destId="{0A29DE61-1F01-4CFD-BA72-61F062251F7A}" srcOrd="0" destOrd="0" presId="urn:microsoft.com/office/officeart/2008/layout/LinedList"/>
    <dgm:cxn modelId="{D5C24D24-6536-4C95-BCE4-A3CCA4FFC3A9}" srcId="{3BF38F0A-2D04-4C24-B923-62349047491F}" destId="{768D1FD3-8442-478E-8D16-501BE37BD5FD}" srcOrd="0" destOrd="0" parTransId="{937616AC-B437-4284-920C-15248784E69A}" sibTransId="{E4B8E75E-2CA4-42BD-97CF-B19348BBE292}"/>
    <dgm:cxn modelId="{DDD83A38-8EBE-4DF4-AF6A-F5AFC7E6C825}" srcId="{3BF38F0A-2D04-4C24-B923-62349047491F}" destId="{9A485D85-16C1-460A-A862-777ABE14DA6A}" srcOrd="5" destOrd="0" parTransId="{5905D77E-702C-48E4-89DA-1FA2A3C16D1F}" sibTransId="{50B56780-436F-423F-BC6A-B4E33D481DB9}"/>
    <dgm:cxn modelId="{3746933C-FAB9-46E5-A821-006EEF7932E8}" type="presOf" srcId="{768D1FD3-8442-478E-8D16-501BE37BD5FD}" destId="{12B30A74-2D37-4D19-8226-17ED6436F05D}" srcOrd="0" destOrd="0" presId="urn:microsoft.com/office/officeart/2008/layout/LinedList"/>
    <dgm:cxn modelId="{741ED041-CBE6-41AA-9567-BE475A5806E3}" type="presOf" srcId="{BEB4C88F-5C89-4982-A48C-D7DE49C05F40}" destId="{29EB105E-9025-437D-BA33-C0511A762806}" srcOrd="0" destOrd="0" presId="urn:microsoft.com/office/officeart/2008/layout/LinedList"/>
    <dgm:cxn modelId="{2FEC1B6C-6D87-4346-B7F7-BEC13C94A772}" type="presOf" srcId="{3BF38F0A-2D04-4C24-B923-62349047491F}" destId="{24BA5CDC-0500-4288-A5AC-E8C90675C3C9}" srcOrd="0" destOrd="0" presId="urn:microsoft.com/office/officeart/2008/layout/LinedList"/>
    <dgm:cxn modelId="{2AF14859-79BC-40A4-A4D7-CDEF66A6679E}" type="presOf" srcId="{3E924CDD-A503-48E9-9820-31FC676D9AE6}" destId="{5F53B9F2-8C05-4470-9060-C32FDEB857C6}" srcOrd="0" destOrd="0" presId="urn:microsoft.com/office/officeart/2008/layout/LinedList"/>
    <dgm:cxn modelId="{1B24B48B-CAC1-45C1-920D-C700DC8B2F0D}" srcId="{3BF38F0A-2D04-4C24-B923-62349047491F}" destId="{5FB4247B-DA03-4129-848A-FABB4966B1FA}" srcOrd="2" destOrd="0" parTransId="{0C960705-10E1-4588-B579-CECB4855244A}" sibTransId="{E99D1AA4-ED4F-40E9-B592-BA101927D9F4}"/>
    <dgm:cxn modelId="{B3F2389B-36E4-4A59-9EC3-39A487D1D816}" srcId="{3BF38F0A-2D04-4C24-B923-62349047491F}" destId="{407B3391-42C1-4D6A-BCDE-D14CBBD3BA05}" srcOrd="4" destOrd="0" parTransId="{D186E9B4-24E8-4937-AE2E-A542C89E5FCA}" sibTransId="{F9AE0F01-98B4-4CD4-85F7-280FEA244C73}"/>
    <dgm:cxn modelId="{8B0393BD-F675-4D93-BE5C-32F1C81DEF47}" srcId="{3BF38F0A-2D04-4C24-B923-62349047491F}" destId="{BEB4C88F-5C89-4982-A48C-D7DE49C05F40}" srcOrd="1" destOrd="0" parTransId="{F32A96E6-DF91-4AB0-BFC7-D3E1539A3560}" sibTransId="{849DAB63-AD1C-4E9C-9AD6-719D893EE607}"/>
    <dgm:cxn modelId="{6545BED5-EA0E-412D-B27B-6111D16B7876}" srcId="{3BF38F0A-2D04-4C24-B923-62349047491F}" destId="{3E924CDD-A503-48E9-9820-31FC676D9AE6}" srcOrd="3" destOrd="0" parTransId="{129C35A6-6D5A-4667-84AA-E6CC3A540EAB}" sibTransId="{8993CD38-7736-4F79-AA5A-D93411890594}"/>
    <dgm:cxn modelId="{E0C3BAF4-852F-4B00-BA3F-14BEA8B96748}" type="presOf" srcId="{407B3391-42C1-4D6A-BCDE-D14CBBD3BA05}" destId="{EA2015D3-C180-4D03-8AC1-8DEBBE829222}" srcOrd="0" destOrd="0" presId="urn:microsoft.com/office/officeart/2008/layout/LinedList"/>
    <dgm:cxn modelId="{4B12E1FD-579B-44EF-8DB7-50AF6DD066E1}" type="presOf" srcId="{9A485D85-16C1-460A-A862-777ABE14DA6A}" destId="{F6CD89F3-0B8E-4C9E-A6B2-8F982BDD6BB1}" srcOrd="0" destOrd="0" presId="urn:microsoft.com/office/officeart/2008/layout/LinedList"/>
    <dgm:cxn modelId="{FBA82C7B-8816-4692-9BE0-6469F2F0C425}" type="presParOf" srcId="{24BA5CDC-0500-4288-A5AC-E8C90675C3C9}" destId="{9E802005-FAAC-4154-9FA6-85008BD48035}" srcOrd="0" destOrd="0" presId="urn:microsoft.com/office/officeart/2008/layout/LinedList"/>
    <dgm:cxn modelId="{9DDCAC2B-F2B0-44CF-9DCD-B16A3DD6DFF8}" type="presParOf" srcId="{24BA5CDC-0500-4288-A5AC-E8C90675C3C9}" destId="{6B58C30C-0EE5-4796-89DE-4915FDC61F13}" srcOrd="1" destOrd="0" presId="urn:microsoft.com/office/officeart/2008/layout/LinedList"/>
    <dgm:cxn modelId="{4CA61AB7-4DA5-4849-9F79-910A10FEA962}" type="presParOf" srcId="{6B58C30C-0EE5-4796-89DE-4915FDC61F13}" destId="{12B30A74-2D37-4D19-8226-17ED6436F05D}" srcOrd="0" destOrd="0" presId="urn:microsoft.com/office/officeart/2008/layout/LinedList"/>
    <dgm:cxn modelId="{C0D9BB57-66FA-4C48-B39C-C21D0E369E37}" type="presParOf" srcId="{6B58C30C-0EE5-4796-89DE-4915FDC61F13}" destId="{C8891E6E-412F-4EEB-83B9-0346FF8F4FF8}" srcOrd="1" destOrd="0" presId="urn:microsoft.com/office/officeart/2008/layout/LinedList"/>
    <dgm:cxn modelId="{0CEEF9B2-7D80-4629-9DB3-690994CF5C3D}" type="presParOf" srcId="{24BA5CDC-0500-4288-A5AC-E8C90675C3C9}" destId="{301450CD-6AB2-431B-9CFE-F7261CAAFEC8}" srcOrd="2" destOrd="0" presId="urn:microsoft.com/office/officeart/2008/layout/LinedList"/>
    <dgm:cxn modelId="{4DA6CC58-FB37-4B0C-986E-74C721792D64}" type="presParOf" srcId="{24BA5CDC-0500-4288-A5AC-E8C90675C3C9}" destId="{213AE170-78D6-450F-9D4B-2CC041898A77}" srcOrd="3" destOrd="0" presId="urn:microsoft.com/office/officeart/2008/layout/LinedList"/>
    <dgm:cxn modelId="{82E7890F-19DF-4083-AA51-DBF1DAACB0DB}" type="presParOf" srcId="{213AE170-78D6-450F-9D4B-2CC041898A77}" destId="{29EB105E-9025-437D-BA33-C0511A762806}" srcOrd="0" destOrd="0" presId="urn:microsoft.com/office/officeart/2008/layout/LinedList"/>
    <dgm:cxn modelId="{9268F79E-1E0A-4C69-B7BA-F7964162C7FF}" type="presParOf" srcId="{213AE170-78D6-450F-9D4B-2CC041898A77}" destId="{603F875D-9FC0-4FDD-8DBF-84B4AC8055AF}" srcOrd="1" destOrd="0" presId="urn:microsoft.com/office/officeart/2008/layout/LinedList"/>
    <dgm:cxn modelId="{B2D93779-FC27-4BD5-A574-19201FEE9AF3}" type="presParOf" srcId="{24BA5CDC-0500-4288-A5AC-E8C90675C3C9}" destId="{534744B8-64D1-4B6D-8F21-7C7D8D440976}" srcOrd="4" destOrd="0" presId="urn:microsoft.com/office/officeart/2008/layout/LinedList"/>
    <dgm:cxn modelId="{940BD676-FCD2-4F78-9F46-D14C331DDFF4}" type="presParOf" srcId="{24BA5CDC-0500-4288-A5AC-E8C90675C3C9}" destId="{18F08DC1-2BAC-4C17-9E53-3B5715E03274}" srcOrd="5" destOrd="0" presId="urn:microsoft.com/office/officeart/2008/layout/LinedList"/>
    <dgm:cxn modelId="{5273F1F9-969C-4070-94D3-4F063BCC863C}" type="presParOf" srcId="{18F08DC1-2BAC-4C17-9E53-3B5715E03274}" destId="{0A29DE61-1F01-4CFD-BA72-61F062251F7A}" srcOrd="0" destOrd="0" presId="urn:microsoft.com/office/officeart/2008/layout/LinedList"/>
    <dgm:cxn modelId="{BCB5CC57-567A-4605-8CD0-BBC763529032}" type="presParOf" srcId="{18F08DC1-2BAC-4C17-9E53-3B5715E03274}" destId="{D8783DBC-5816-4343-9CA1-74C5673FCCCB}" srcOrd="1" destOrd="0" presId="urn:microsoft.com/office/officeart/2008/layout/LinedList"/>
    <dgm:cxn modelId="{25930B74-E844-4C42-92BB-1FFA6EFBA3E6}" type="presParOf" srcId="{24BA5CDC-0500-4288-A5AC-E8C90675C3C9}" destId="{3FFEBB0D-B234-4AF5-8F59-7C345A7B56BC}" srcOrd="6" destOrd="0" presId="urn:microsoft.com/office/officeart/2008/layout/LinedList"/>
    <dgm:cxn modelId="{9C8AEC4C-36D3-497A-B79B-478025DD62E5}" type="presParOf" srcId="{24BA5CDC-0500-4288-A5AC-E8C90675C3C9}" destId="{1B7BCDA3-21A5-407B-B7BE-1D7D381E8E77}" srcOrd="7" destOrd="0" presId="urn:microsoft.com/office/officeart/2008/layout/LinedList"/>
    <dgm:cxn modelId="{3DB3945B-3D58-4242-964A-02DA4B716EDF}" type="presParOf" srcId="{1B7BCDA3-21A5-407B-B7BE-1D7D381E8E77}" destId="{5F53B9F2-8C05-4470-9060-C32FDEB857C6}" srcOrd="0" destOrd="0" presId="urn:microsoft.com/office/officeart/2008/layout/LinedList"/>
    <dgm:cxn modelId="{7A400663-481F-426D-AE5F-749FA8ABBD1D}" type="presParOf" srcId="{1B7BCDA3-21A5-407B-B7BE-1D7D381E8E77}" destId="{41B9DF35-0563-4149-8051-FEE737E0BE72}" srcOrd="1" destOrd="0" presId="urn:microsoft.com/office/officeart/2008/layout/LinedList"/>
    <dgm:cxn modelId="{BAA08CE7-3DE2-4E4A-8622-52167E9937AF}" type="presParOf" srcId="{24BA5CDC-0500-4288-A5AC-E8C90675C3C9}" destId="{B4CE9F41-59F8-4E2B-A442-696E9FAD531F}" srcOrd="8" destOrd="0" presId="urn:microsoft.com/office/officeart/2008/layout/LinedList"/>
    <dgm:cxn modelId="{24FD2EFB-6D57-462A-818D-148C9BEA2E40}" type="presParOf" srcId="{24BA5CDC-0500-4288-A5AC-E8C90675C3C9}" destId="{BB1618F4-6B97-4DB6-8C8C-AD6E5C135021}" srcOrd="9" destOrd="0" presId="urn:microsoft.com/office/officeart/2008/layout/LinedList"/>
    <dgm:cxn modelId="{9D0CC72D-5C0B-45B6-80CA-0FADB725E8A6}" type="presParOf" srcId="{BB1618F4-6B97-4DB6-8C8C-AD6E5C135021}" destId="{EA2015D3-C180-4D03-8AC1-8DEBBE829222}" srcOrd="0" destOrd="0" presId="urn:microsoft.com/office/officeart/2008/layout/LinedList"/>
    <dgm:cxn modelId="{1F56B679-FB20-406E-AB05-84602B80737A}" type="presParOf" srcId="{BB1618F4-6B97-4DB6-8C8C-AD6E5C135021}" destId="{D6BAD7FB-1F09-4122-ACC8-AFBC1C4D88B6}" srcOrd="1" destOrd="0" presId="urn:microsoft.com/office/officeart/2008/layout/LinedList"/>
    <dgm:cxn modelId="{AC6349B5-18A4-4521-9FA4-4A6556D73599}" type="presParOf" srcId="{24BA5CDC-0500-4288-A5AC-E8C90675C3C9}" destId="{CF8010E5-4BA7-40BF-9445-789022091CA6}" srcOrd="10" destOrd="0" presId="urn:microsoft.com/office/officeart/2008/layout/LinedList"/>
    <dgm:cxn modelId="{9CE5B98A-61D2-46C0-A402-E83C6CCF130E}" type="presParOf" srcId="{24BA5CDC-0500-4288-A5AC-E8C90675C3C9}" destId="{BEFBAC89-F94C-4769-AF9C-B6692EB85682}" srcOrd="11" destOrd="0" presId="urn:microsoft.com/office/officeart/2008/layout/LinedList"/>
    <dgm:cxn modelId="{B4034A82-9BCB-4E02-8DB9-F822DB6BF44F}" type="presParOf" srcId="{BEFBAC89-F94C-4769-AF9C-B6692EB85682}" destId="{F6CD89F3-0B8E-4C9E-A6B2-8F982BDD6BB1}" srcOrd="0" destOrd="0" presId="urn:microsoft.com/office/officeart/2008/layout/LinedList"/>
    <dgm:cxn modelId="{955169E4-ECA1-432C-AD8D-57BC93068C72}" type="presParOf" srcId="{BEFBAC89-F94C-4769-AF9C-B6692EB85682}" destId="{ABB6D2DB-56BA-4072-980E-20D0B020708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F38F0A-2D04-4C24-B923-62349047491F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8D1FD3-8442-478E-8D16-501BE37BD5FD}">
      <dgm:prSet/>
      <dgm:spPr/>
      <dgm:t>
        <a:bodyPr/>
        <a:lstStyle/>
        <a:p>
          <a:r>
            <a:rPr lang="en-US" b="1" i="0" dirty="0"/>
            <a:t>Center Point</a:t>
          </a:r>
          <a:endParaRPr lang="en-US" dirty="0"/>
        </a:p>
      </dgm:t>
    </dgm:pt>
    <dgm:pt modelId="{937616AC-B437-4284-920C-15248784E69A}" type="parTrans" cxnId="{D5C24D24-6536-4C95-BCE4-A3CCA4FFC3A9}">
      <dgm:prSet/>
      <dgm:spPr/>
      <dgm:t>
        <a:bodyPr/>
        <a:lstStyle/>
        <a:p>
          <a:endParaRPr lang="en-US"/>
        </a:p>
      </dgm:t>
    </dgm:pt>
    <dgm:pt modelId="{E4B8E75E-2CA4-42BD-97CF-B19348BBE292}" type="sibTrans" cxnId="{D5C24D24-6536-4C95-BCE4-A3CCA4FFC3A9}">
      <dgm:prSet/>
      <dgm:spPr/>
      <dgm:t>
        <a:bodyPr/>
        <a:lstStyle/>
        <a:p>
          <a:endParaRPr lang="en-US"/>
        </a:p>
      </dgm:t>
    </dgm:pt>
    <dgm:pt modelId="{04D9A1AB-B716-43D5-B462-BF6682EB30E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Circle Boundary</a:t>
          </a:r>
          <a:endParaRPr lang="en-US" b="0" i="0" dirty="0"/>
        </a:p>
      </dgm:t>
    </dgm:pt>
    <dgm:pt modelId="{DABE5A4A-4481-4272-9796-5A671CBA0AC6}" type="parTrans" cxnId="{20AF2056-62EE-40FA-BC68-1ECEB09B2071}">
      <dgm:prSet/>
      <dgm:spPr/>
      <dgm:t>
        <a:bodyPr/>
        <a:lstStyle/>
        <a:p>
          <a:endParaRPr lang="en-CA"/>
        </a:p>
      </dgm:t>
    </dgm:pt>
    <dgm:pt modelId="{63937957-361D-48F3-BDBB-4EA05DD4E001}" type="sibTrans" cxnId="{20AF2056-62EE-40FA-BC68-1ECEB09B2071}">
      <dgm:prSet/>
      <dgm:spPr/>
      <dgm:t>
        <a:bodyPr/>
        <a:lstStyle/>
        <a:p>
          <a:endParaRPr lang="en-CA"/>
        </a:p>
      </dgm:t>
    </dgm:pt>
    <dgm:pt modelId="{6E9EEFE2-31C9-4D2B-AA3D-707E36D8937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Two Parallel Lines</a:t>
          </a:r>
          <a:endParaRPr lang="en-US" b="0" i="0" dirty="0"/>
        </a:p>
      </dgm:t>
    </dgm:pt>
    <dgm:pt modelId="{79684C7B-64A5-4947-AC02-306AA2DF36AA}" type="parTrans" cxnId="{31322E4D-323A-4F8D-8E21-23D28452BC18}">
      <dgm:prSet/>
      <dgm:spPr/>
      <dgm:t>
        <a:bodyPr/>
        <a:lstStyle/>
        <a:p>
          <a:endParaRPr lang="en-CA"/>
        </a:p>
      </dgm:t>
    </dgm:pt>
    <dgm:pt modelId="{E35616F8-DCC6-4DC0-9F21-1ABD6629B04C}" type="sibTrans" cxnId="{31322E4D-323A-4F8D-8E21-23D28452BC18}">
      <dgm:prSet/>
      <dgm:spPr/>
      <dgm:t>
        <a:bodyPr/>
        <a:lstStyle/>
        <a:p>
          <a:endParaRPr lang="en-CA"/>
        </a:p>
      </dgm:t>
    </dgm:pt>
    <dgm:pt modelId="{57339D3B-8D53-407A-8636-319FD82750D9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b="0" i="0" dirty="0"/>
        </a:p>
      </dgm:t>
    </dgm:pt>
    <dgm:pt modelId="{C944276E-365E-4BC3-B332-04297C5C59AF}" type="parTrans" cxnId="{9F7CFBC7-81E2-4709-A4DD-1A80121F79DD}">
      <dgm:prSet/>
      <dgm:spPr/>
      <dgm:t>
        <a:bodyPr/>
        <a:lstStyle/>
        <a:p>
          <a:endParaRPr lang="en-CA"/>
        </a:p>
      </dgm:t>
    </dgm:pt>
    <dgm:pt modelId="{0F0D2CC3-355D-4EC6-8040-F715E8814E20}" type="sibTrans" cxnId="{9F7CFBC7-81E2-4709-A4DD-1A80121F79DD}">
      <dgm:prSet/>
      <dgm:spPr/>
      <dgm:t>
        <a:bodyPr/>
        <a:lstStyle/>
        <a:p>
          <a:endParaRPr lang="en-CA"/>
        </a:p>
      </dgm:t>
    </dgm:pt>
    <dgm:pt modelId="{D7303AD9-1B6A-4ED0-89C7-A56DB0517E05}">
      <dgm:prSet/>
      <dgm:spPr/>
      <dgm:t>
        <a:bodyPr/>
        <a:lstStyle/>
        <a:p>
          <a:r>
            <a:rPr lang="en-US" b="1" i="0" dirty="0"/>
            <a:t>Radial Lines</a:t>
          </a:r>
          <a:endParaRPr lang="en-US" dirty="0"/>
        </a:p>
      </dgm:t>
    </dgm:pt>
    <dgm:pt modelId="{342A173A-1752-4DE5-B3C0-0AAF2FA4BA09}" type="parTrans" cxnId="{BB409CF2-D4E7-4A1C-9A92-02D7B24EB6A4}">
      <dgm:prSet/>
      <dgm:spPr/>
      <dgm:t>
        <a:bodyPr/>
        <a:lstStyle/>
        <a:p>
          <a:endParaRPr lang="en-CA"/>
        </a:p>
      </dgm:t>
    </dgm:pt>
    <dgm:pt modelId="{B9EDDC7F-E835-477C-A2B8-293C325DC1E8}" type="sibTrans" cxnId="{BB409CF2-D4E7-4A1C-9A92-02D7B24EB6A4}">
      <dgm:prSet/>
      <dgm:spPr/>
      <dgm:t>
        <a:bodyPr/>
        <a:lstStyle/>
        <a:p>
          <a:endParaRPr lang="en-CA"/>
        </a:p>
      </dgm:t>
    </dgm:pt>
    <dgm:pt modelId="{BEC07376-6E49-4791-B773-8604DE75299F}" type="pres">
      <dgm:prSet presAssocID="{3BF38F0A-2D04-4C24-B923-62349047491F}" presName="vert0" presStyleCnt="0">
        <dgm:presLayoutVars>
          <dgm:dir/>
          <dgm:animOne val="branch"/>
          <dgm:animLvl val="lvl"/>
        </dgm:presLayoutVars>
      </dgm:prSet>
      <dgm:spPr/>
    </dgm:pt>
    <dgm:pt modelId="{15820EE6-97C6-4178-84C2-0C8C0EE284EE}" type="pres">
      <dgm:prSet presAssocID="{768D1FD3-8442-478E-8D16-501BE37BD5FD}" presName="thickLine" presStyleLbl="alignNode1" presStyleIdx="0" presStyleCnt="5"/>
      <dgm:spPr/>
    </dgm:pt>
    <dgm:pt modelId="{CEFEB997-F521-454C-8C93-28C02A592458}" type="pres">
      <dgm:prSet presAssocID="{768D1FD3-8442-478E-8D16-501BE37BD5FD}" presName="horz1" presStyleCnt="0"/>
      <dgm:spPr/>
    </dgm:pt>
    <dgm:pt modelId="{44DAFCFE-6F97-427F-B203-45D2D4CC4CAB}" type="pres">
      <dgm:prSet presAssocID="{768D1FD3-8442-478E-8D16-501BE37BD5FD}" presName="tx1" presStyleLbl="revTx" presStyleIdx="0" presStyleCnt="5"/>
      <dgm:spPr/>
    </dgm:pt>
    <dgm:pt modelId="{D5EF3AD3-B309-4A15-9B68-D762C28437EA}" type="pres">
      <dgm:prSet presAssocID="{768D1FD3-8442-478E-8D16-501BE37BD5FD}" presName="vert1" presStyleCnt="0"/>
      <dgm:spPr/>
    </dgm:pt>
    <dgm:pt modelId="{E9029391-7D65-48B8-B931-CEB70DAB5F67}" type="pres">
      <dgm:prSet presAssocID="{D7303AD9-1B6A-4ED0-89C7-A56DB0517E05}" presName="thickLine" presStyleLbl="alignNode1" presStyleIdx="1" presStyleCnt="5"/>
      <dgm:spPr/>
    </dgm:pt>
    <dgm:pt modelId="{B7217EEC-778A-4F36-9D2F-CBD17FCF4B3E}" type="pres">
      <dgm:prSet presAssocID="{D7303AD9-1B6A-4ED0-89C7-A56DB0517E05}" presName="horz1" presStyleCnt="0"/>
      <dgm:spPr/>
    </dgm:pt>
    <dgm:pt modelId="{9F263DF4-D295-49EF-8709-A77D1F247119}" type="pres">
      <dgm:prSet presAssocID="{D7303AD9-1B6A-4ED0-89C7-A56DB0517E05}" presName="tx1" presStyleLbl="revTx" presStyleIdx="1" presStyleCnt="5"/>
      <dgm:spPr/>
    </dgm:pt>
    <dgm:pt modelId="{8F9EB63D-2134-4939-B0B3-8861EE394DB7}" type="pres">
      <dgm:prSet presAssocID="{D7303AD9-1B6A-4ED0-89C7-A56DB0517E05}" presName="vert1" presStyleCnt="0"/>
      <dgm:spPr/>
    </dgm:pt>
    <dgm:pt modelId="{8DD8D80B-C78B-4C93-80E0-9CCD39E88FB7}" type="pres">
      <dgm:prSet presAssocID="{04D9A1AB-B716-43D5-B462-BF6682EB30E8}" presName="thickLine" presStyleLbl="alignNode1" presStyleIdx="2" presStyleCnt="5"/>
      <dgm:spPr/>
    </dgm:pt>
    <dgm:pt modelId="{C9B98BFF-BFFC-4F6E-84E2-9211EE48A19C}" type="pres">
      <dgm:prSet presAssocID="{04D9A1AB-B716-43D5-B462-BF6682EB30E8}" presName="horz1" presStyleCnt="0"/>
      <dgm:spPr/>
    </dgm:pt>
    <dgm:pt modelId="{5EFA776F-950E-44BE-AB2A-BE3A82F9B9FE}" type="pres">
      <dgm:prSet presAssocID="{04D9A1AB-B716-43D5-B462-BF6682EB30E8}" presName="tx1" presStyleLbl="revTx" presStyleIdx="2" presStyleCnt="5"/>
      <dgm:spPr/>
    </dgm:pt>
    <dgm:pt modelId="{88826AA6-65E6-4CE6-9BE5-5FAF176A4618}" type="pres">
      <dgm:prSet presAssocID="{04D9A1AB-B716-43D5-B462-BF6682EB30E8}" presName="vert1" presStyleCnt="0"/>
      <dgm:spPr/>
    </dgm:pt>
    <dgm:pt modelId="{D4D58DD9-1AC7-46F0-B5CF-8BED7ED864BD}" type="pres">
      <dgm:prSet presAssocID="{6E9EEFE2-31C9-4D2B-AA3D-707E36D89371}" presName="thickLine" presStyleLbl="alignNode1" presStyleIdx="3" presStyleCnt="5"/>
      <dgm:spPr/>
    </dgm:pt>
    <dgm:pt modelId="{434448F6-D8DE-4D47-8573-015C28062C32}" type="pres">
      <dgm:prSet presAssocID="{6E9EEFE2-31C9-4D2B-AA3D-707E36D89371}" presName="horz1" presStyleCnt="0"/>
      <dgm:spPr/>
    </dgm:pt>
    <dgm:pt modelId="{952BDFFF-8D0B-417D-9209-9ECBE1DEF58A}" type="pres">
      <dgm:prSet presAssocID="{6E9EEFE2-31C9-4D2B-AA3D-707E36D89371}" presName="tx1" presStyleLbl="revTx" presStyleIdx="3" presStyleCnt="5"/>
      <dgm:spPr/>
    </dgm:pt>
    <dgm:pt modelId="{6ADBE325-CFEC-41F5-95C9-424668134EE1}" type="pres">
      <dgm:prSet presAssocID="{6E9EEFE2-31C9-4D2B-AA3D-707E36D89371}" presName="vert1" presStyleCnt="0"/>
      <dgm:spPr/>
    </dgm:pt>
    <dgm:pt modelId="{21D012AD-DD11-4A15-A0E9-6EB9CBD2BD51}" type="pres">
      <dgm:prSet presAssocID="{57339D3B-8D53-407A-8636-319FD82750D9}" presName="thickLine" presStyleLbl="alignNode1" presStyleIdx="4" presStyleCnt="5"/>
      <dgm:spPr/>
    </dgm:pt>
    <dgm:pt modelId="{2C90206D-E56E-4CAA-9A30-C95E41D61742}" type="pres">
      <dgm:prSet presAssocID="{57339D3B-8D53-407A-8636-319FD82750D9}" presName="horz1" presStyleCnt="0"/>
      <dgm:spPr/>
    </dgm:pt>
    <dgm:pt modelId="{E4DAC1CE-F158-4618-98E6-933F483BE1F3}" type="pres">
      <dgm:prSet presAssocID="{57339D3B-8D53-407A-8636-319FD82750D9}" presName="tx1" presStyleLbl="revTx" presStyleIdx="4" presStyleCnt="5"/>
      <dgm:spPr/>
    </dgm:pt>
    <dgm:pt modelId="{69E8E859-AF93-4245-ADF7-83BE6FD84C3C}" type="pres">
      <dgm:prSet presAssocID="{57339D3B-8D53-407A-8636-319FD82750D9}" presName="vert1" presStyleCnt="0"/>
      <dgm:spPr/>
    </dgm:pt>
  </dgm:ptLst>
  <dgm:cxnLst>
    <dgm:cxn modelId="{D5C24D24-6536-4C95-BCE4-A3CCA4FFC3A9}" srcId="{3BF38F0A-2D04-4C24-B923-62349047491F}" destId="{768D1FD3-8442-478E-8D16-501BE37BD5FD}" srcOrd="0" destOrd="0" parTransId="{937616AC-B437-4284-920C-15248784E69A}" sibTransId="{E4B8E75E-2CA4-42BD-97CF-B19348BBE292}"/>
    <dgm:cxn modelId="{0899D43E-AB8D-47CE-B740-DDB4302B2119}" type="presOf" srcId="{3BF38F0A-2D04-4C24-B923-62349047491F}" destId="{BEC07376-6E49-4791-B773-8604DE75299F}" srcOrd="0" destOrd="0" presId="urn:microsoft.com/office/officeart/2008/layout/LinedList"/>
    <dgm:cxn modelId="{31322E4D-323A-4F8D-8E21-23D28452BC18}" srcId="{3BF38F0A-2D04-4C24-B923-62349047491F}" destId="{6E9EEFE2-31C9-4D2B-AA3D-707E36D89371}" srcOrd="3" destOrd="0" parTransId="{79684C7B-64A5-4947-AC02-306AA2DF36AA}" sibTransId="{E35616F8-DCC6-4DC0-9F21-1ABD6629B04C}"/>
    <dgm:cxn modelId="{21FCD354-5445-4E19-94E7-F662C4243014}" type="presOf" srcId="{6E9EEFE2-31C9-4D2B-AA3D-707E36D89371}" destId="{952BDFFF-8D0B-417D-9209-9ECBE1DEF58A}" srcOrd="0" destOrd="0" presId="urn:microsoft.com/office/officeart/2008/layout/LinedList"/>
    <dgm:cxn modelId="{20AF2056-62EE-40FA-BC68-1ECEB09B2071}" srcId="{3BF38F0A-2D04-4C24-B923-62349047491F}" destId="{04D9A1AB-B716-43D5-B462-BF6682EB30E8}" srcOrd="2" destOrd="0" parTransId="{DABE5A4A-4481-4272-9796-5A671CBA0AC6}" sibTransId="{63937957-361D-48F3-BDBB-4EA05DD4E001}"/>
    <dgm:cxn modelId="{7ED77989-D817-4C53-9608-08AA411DDAAE}" type="presOf" srcId="{D7303AD9-1B6A-4ED0-89C7-A56DB0517E05}" destId="{9F263DF4-D295-49EF-8709-A77D1F247119}" srcOrd="0" destOrd="0" presId="urn:microsoft.com/office/officeart/2008/layout/LinedList"/>
    <dgm:cxn modelId="{8E97C19C-7067-431E-9B60-9E1D9D225964}" type="presOf" srcId="{04D9A1AB-B716-43D5-B462-BF6682EB30E8}" destId="{5EFA776F-950E-44BE-AB2A-BE3A82F9B9FE}" srcOrd="0" destOrd="0" presId="urn:microsoft.com/office/officeart/2008/layout/LinedList"/>
    <dgm:cxn modelId="{B0380ABA-0F01-4DF3-8575-19D2F1DE01B6}" type="presOf" srcId="{768D1FD3-8442-478E-8D16-501BE37BD5FD}" destId="{44DAFCFE-6F97-427F-B203-45D2D4CC4CAB}" srcOrd="0" destOrd="0" presId="urn:microsoft.com/office/officeart/2008/layout/LinedList"/>
    <dgm:cxn modelId="{9F7CFBC7-81E2-4709-A4DD-1A80121F79DD}" srcId="{3BF38F0A-2D04-4C24-B923-62349047491F}" destId="{57339D3B-8D53-407A-8636-319FD82750D9}" srcOrd="4" destOrd="0" parTransId="{C944276E-365E-4BC3-B332-04297C5C59AF}" sibTransId="{0F0D2CC3-355D-4EC6-8040-F715E8814E20}"/>
    <dgm:cxn modelId="{C45E94CC-E08B-45AE-BC75-2E6AA329F378}" type="presOf" srcId="{57339D3B-8D53-407A-8636-319FD82750D9}" destId="{E4DAC1CE-F158-4618-98E6-933F483BE1F3}" srcOrd="0" destOrd="0" presId="urn:microsoft.com/office/officeart/2008/layout/LinedList"/>
    <dgm:cxn modelId="{BB409CF2-D4E7-4A1C-9A92-02D7B24EB6A4}" srcId="{3BF38F0A-2D04-4C24-B923-62349047491F}" destId="{D7303AD9-1B6A-4ED0-89C7-A56DB0517E05}" srcOrd="1" destOrd="0" parTransId="{342A173A-1752-4DE5-B3C0-0AAF2FA4BA09}" sibTransId="{B9EDDC7F-E835-477C-A2B8-293C325DC1E8}"/>
    <dgm:cxn modelId="{895FBD0A-510F-4A41-8C52-256E3B4F477A}" type="presParOf" srcId="{BEC07376-6E49-4791-B773-8604DE75299F}" destId="{15820EE6-97C6-4178-84C2-0C8C0EE284EE}" srcOrd="0" destOrd="0" presId="urn:microsoft.com/office/officeart/2008/layout/LinedList"/>
    <dgm:cxn modelId="{B2149C99-9269-4D74-BA1A-8183EEF5D92C}" type="presParOf" srcId="{BEC07376-6E49-4791-B773-8604DE75299F}" destId="{CEFEB997-F521-454C-8C93-28C02A592458}" srcOrd="1" destOrd="0" presId="urn:microsoft.com/office/officeart/2008/layout/LinedList"/>
    <dgm:cxn modelId="{4A9ED522-2A2E-4422-982C-F1CBC5546091}" type="presParOf" srcId="{CEFEB997-F521-454C-8C93-28C02A592458}" destId="{44DAFCFE-6F97-427F-B203-45D2D4CC4CAB}" srcOrd="0" destOrd="0" presId="urn:microsoft.com/office/officeart/2008/layout/LinedList"/>
    <dgm:cxn modelId="{989E4DF9-F98E-4493-8E7F-CF8484CA00C4}" type="presParOf" srcId="{CEFEB997-F521-454C-8C93-28C02A592458}" destId="{D5EF3AD3-B309-4A15-9B68-D762C28437EA}" srcOrd="1" destOrd="0" presId="urn:microsoft.com/office/officeart/2008/layout/LinedList"/>
    <dgm:cxn modelId="{277301AA-DFFD-4FE6-B0AA-68EF7838125A}" type="presParOf" srcId="{BEC07376-6E49-4791-B773-8604DE75299F}" destId="{E9029391-7D65-48B8-B931-CEB70DAB5F67}" srcOrd="2" destOrd="0" presId="urn:microsoft.com/office/officeart/2008/layout/LinedList"/>
    <dgm:cxn modelId="{DA022C6C-BC79-409D-9F4E-69480FDFC1CA}" type="presParOf" srcId="{BEC07376-6E49-4791-B773-8604DE75299F}" destId="{B7217EEC-778A-4F36-9D2F-CBD17FCF4B3E}" srcOrd="3" destOrd="0" presId="urn:microsoft.com/office/officeart/2008/layout/LinedList"/>
    <dgm:cxn modelId="{4E7F398D-21FE-4BAA-BAD6-A10512BD7B89}" type="presParOf" srcId="{B7217EEC-778A-4F36-9D2F-CBD17FCF4B3E}" destId="{9F263DF4-D295-49EF-8709-A77D1F247119}" srcOrd="0" destOrd="0" presId="urn:microsoft.com/office/officeart/2008/layout/LinedList"/>
    <dgm:cxn modelId="{69D5886E-EA9C-4112-B325-78EF381FA4EC}" type="presParOf" srcId="{B7217EEC-778A-4F36-9D2F-CBD17FCF4B3E}" destId="{8F9EB63D-2134-4939-B0B3-8861EE394DB7}" srcOrd="1" destOrd="0" presId="urn:microsoft.com/office/officeart/2008/layout/LinedList"/>
    <dgm:cxn modelId="{59EC40C7-8FFC-4CE5-9861-026E4F5F978E}" type="presParOf" srcId="{BEC07376-6E49-4791-B773-8604DE75299F}" destId="{8DD8D80B-C78B-4C93-80E0-9CCD39E88FB7}" srcOrd="4" destOrd="0" presId="urn:microsoft.com/office/officeart/2008/layout/LinedList"/>
    <dgm:cxn modelId="{30795BA4-57BA-47AE-8439-76821C4C506C}" type="presParOf" srcId="{BEC07376-6E49-4791-B773-8604DE75299F}" destId="{C9B98BFF-BFFC-4F6E-84E2-9211EE48A19C}" srcOrd="5" destOrd="0" presId="urn:microsoft.com/office/officeart/2008/layout/LinedList"/>
    <dgm:cxn modelId="{5CD82C41-87EA-4948-9647-94BE9A6E69F3}" type="presParOf" srcId="{C9B98BFF-BFFC-4F6E-84E2-9211EE48A19C}" destId="{5EFA776F-950E-44BE-AB2A-BE3A82F9B9FE}" srcOrd="0" destOrd="0" presId="urn:microsoft.com/office/officeart/2008/layout/LinedList"/>
    <dgm:cxn modelId="{0C240049-DFCC-42D1-930B-89A2350729C9}" type="presParOf" srcId="{C9B98BFF-BFFC-4F6E-84E2-9211EE48A19C}" destId="{88826AA6-65E6-4CE6-9BE5-5FAF176A4618}" srcOrd="1" destOrd="0" presId="urn:microsoft.com/office/officeart/2008/layout/LinedList"/>
    <dgm:cxn modelId="{EEC7A720-ECB3-46BB-8925-A2B04B3B96E9}" type="presParOf" srcId="{BEC07376-6E49-4791-B773-8604DE75299F}" destId="{D4D58DD9-1AC7-46F0-B5CF-8BED7ED864BD}" srcOrd="6" destOrd="0" presId="urn:microsoft.com/office/officeart/2008/layout/LinedList"/>
    <dgm:cxn modelId="{598D3E3A-ABB5-4252-9A18-68866663CC02}" type="presParOf" srcId="{BEC07376-6E49-4791-B773-8604DE75299F}" destId="{434448F6-D8DE-4D47-8573-015C28062C32}" srcOrd="7" destOrd="0" presId="urn:microsoft.com/office/officeart/2008/layout/LinedList"/>
    <dgm:cxn modelId="{E09573A0-9424-4230-A817-2329904346E8}" type="presParOf" srcId="{434448F6-D8DE-4D47-8573-015C28062C32}" destId="{952BDFFF-8D0B-417D-9209-9ECBE1DEF58A}" srcOrd="0" destOrd="0" presId="urn:microsoft.com/office/officeart/2008/layout/LinedList"/>
    <dgm:cxn modelId="{70AF9F90-F42D-40B1-B47D-3EAF5D22E97A}" type="presParOf" srcId="{434448F6-D8DE-4D47-8573-015C28062C32}" destId="{6ADBE325-CFEC-41F5-95C9-424668134EE1}" srcOrd="1" destOrd="0" presId="urn:microsoft.com/office/officeart/2008/layout/LinedList"/>
    <dgm:cxn modelId="{23B292C8-C697-4B2A-B008-55A17265F986}" type="presParOf" srcId="{BEC07376-6E49-4791-B773-8604DE75299F}" destId="{21D012AD-DD11-4A15-A0E9-6EB9CBD2BD51}" srcOrd="8" destOrd="0" presId="urn:microsoft.com/office/officeart/2008/layout/LinedList"/>
    <dgm:cxn modelId="{C3E0A97F-BE1C-4DD9-A3F1-A60B7A6BABEE}" type="presParOf" srcId="{BEC07376-6E49-4791-B773-8604DE75299F}" destId="{2C90206D-E56E-4CAA-9A30-C95E41D61742}" srcOrd="9" destOrd="0" presId="urn:microsoft.com/office/officeart/2008/layout/LinedList"/>
    <dgm:cxn modelId="{F7781524-2D80-4126-858B-2136D33F12E4}" type="presParOf" srcId="{2C90206D-E56E-4CAA-9A30-C95E41D61742}" destId="{E4DAC1CE-F158-4618-98E6-933F483BE1F3}" srcOrd="0" destOrd="0" presId="urn:microsoft.com/office/officeart/2008/layout/LinedList"/>
    <dgm:cxn modelId="{19C37309-B7A0-412A-A44B-584A66D3C15F}" type="presParOf" srcId="{2C90206D-E56E-4CAA-9A30-C95E41D61742}" destId="{69E8E859-AF93-4245-ADF7-83BE6FD84C3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F38F0A-2D04-4C24-B923-62349047491F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8D1FD3-8442-478E-8D16-501BE37BD5FD}">
      <dgm:prSet/>
      <dgm:spPr/>
      <dgm:t>
        <a:bodyPr/>
        <a:lstStyle/>
        <a:p>
          <a:r>
            <a:rPr lang="en-US" b="1" i="0" dirty="0"/>
            <a:t>Center Point:</a:t>
          </a:r>
          <a:r>
            <a:rPr lang="en-US" b="0" i="0" dirty="0"/>
            <a:t> Define a </a:t>
          </a:r>
          <a:r>
            <a:rPr lang="en-US" b="0" i="0" dirty="0" err="1"/>
            <a:t>centre</a:t>
          </a:r>
          <a:r>
            <a:rPr lang="en-US" b="0" i="0" dirty="0"/>
            <a:t> point.</a:t>
          </a:r>
          <a:endParaRPr lang="en-US" dirty="0"/>
        </a:p>
      </dgm:t>
    </dgm:pt>
    <dgm:pt modelId="{937616AC-B437-4284-920C-15248784E69A}" type="parTrans" cxnId="{D5C24D24-6536-4C95-BCE4-A3CCA4FFC3A9}">
      <dgm:prSet/>
      <dgm:spPr/>
      <dgm:t>
        <a:bodyPr/>
        <a:lstStyle/>
        <a:p>
          <a:endParaRPr lang="en-US"/>
        </a:p>
      </dgm:t>
    </dgm:pt>
    <dgm:pt modelId="{E4B8E75E-2CA4-42BD-97CF-B19348BBE292}" type="sibTrans" cxnId="{D5C24D24-6536-4C95-BCE4-A3CCA4FFC3A9}">
      <dgm:prSet/>
      <dgm:spPr/>
      <dgm:t>
        <a:bodyPr/>
        <a:lstStyle/>
        <a:p>
          <a:endParaRPr lang="en-US"/>
        </a:p>
      </dgm:t>
    </dgm:pt>
    <dgm:pt modelId="{04D9A1AB-B716-43D5-B462-BF6682EB30E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Circle Boundary:</a:t>
          </a:r>
          <a:r>
            <a:rPr lang="en-US" b="0" i="0" dirty="0"/>
            <a:t> Defined by the length of the line (get it for free!)</a:t>
          </a:r>
        </a:p>
      </dgm:t>
    </dgm:pt>
    <dgm:pt modelId="{DABE5A4A-4481-4272-9796-5A671CBA0AC6}" type="parTrans" cxnId="{20AF2056-62EE-40FA-BC68-1ECEB09B2071}">
      <dgm:prSet/>
      <dgm:spPr/>
      <dgm:t>
        <a:bodyPr/>
        <a:lstStyle/>
        <a:p>
          <a:endParaRPr lang="en-CA"/>
        </a:p>
      </dgm:t>
    </dgm:pt>
    <dgm:pt modelId="{63937957-361D-48F3-BDBB-4EA05DD4E001}" type="sibTrans" cxnId="{20AF2056-62EE-40FA-BC68-1ECEB09B2071}">
      <dgm:prSet/>
      <dgm:spPr/>
      <dgm:t>
        <a:bodyPr/>
        <a:lstStyle/>
        <a:p>
          <a:endParaRPr lang="en-CA"/>
        </a:p>
      </dgm:t>
    </dgm:pt>
    <dgm:pt modelId="{6E9EEFE2-31C9-4D2B-AA3D-707E36D8937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Two Parallel Lines:</a:t>
          </a:r>
          <a:r>
            <a:rPr lang="en-US" b="0" i="0" dirty="0"/>
            <a:t> Fixed distance apart, </a:t>
          </a:r>
          <a:r>
            <a:rPr lang="en-US" b="0" i="0"/>
            <a:t>vertical orientation</a:t>
          </a:r>
          <a:endParaRPr lang="en-US" b="0" i="0" dirty="0"/>
        </a:p>
      </dgm:t>
    </dgm:pt>
    <dgm:pt modelId="{79684C7B-64A5-4947-AC02-306AA2DF36AA}" type="parTrans" cxnId="{31322E4D-323A-4F8D-8E21-23D28452BC18}">
      <dgm:prSet/>
      <dgm:spPr/>
      <dgm:t>
        <a:bodyPr/>
        <a:lstStyle/>
        <a:p>
          <a:endParaRPr lang="en-CA"/>
        </a:p>
      </dgm:t>
    </dgm:pt>
    <dgm:pt modelId="{E35616F8-DCC6-4DC0-9F21-1ABD6629B04C}" type="sibTrans" cxnId="{31322E4D-323A-4F8D-8E21-23D28452BC18}">
      <dgm:prSet/>
      <dgm:spPr/>
      <dgm:t>
        <a:bodyPr/>
        <a:lstStyle/>
        <a:p>
          <a:endParaRPr lang="en-CA"/>
        </a:p>
      </dgm:t>
    </dgm:pt>
    <dgm:pt modelId="{D7303AD9-1B6A-4ED0-89C7-A56DB0517E05}">
      <dgm:prSet/>
      <dgm:spPr/>
      <dgm:t>
        <a:bodyPr/>
        <a:lstStyle/>
        <a:p>
          <a:r>
            <a:rPr lang="en-US" b="1" i="0" dirty="0"/>
            <a:t>Radial Lines:</a:t>
          </a:r>
          <a:r>
            <a:rPr lang="en-US" b="0" i="0" dirty="0"/>
            <a:t> Draw a number of line segments out from the </a:t>
          </a:r>
          <a:r>
            <a:rPr lang="en-US" b="0" i="0" dirty="0" err="1"/>
            <a:t>centre</a:t>
          </a:r>
          <a:endParaRPr lang="en-US" dirty="0"/>
        </a:p>
      </dgm:t>
    </dgm:pt>
    <dgm:pt modelId="{342A173A-1752-4DE5-B3C0-0AAF2FA4BA09}" type="parTrans" cxnId="{BB409CF2-D4E7-4A1C-9A92-02D7B24EB6A4}">
      <dgm:prSet/>
      <dgm:spPr/>
      <dgm:t>
        <a:bodyPr/>
        <a:lstStyle/>
        <a:p>
          <a:endParaRPr lang="en-CA"/>
        </a:p>
      </dgm:t>
    </dgm:pt>
    <dgm:pt modelId="{B9EDDC7F-E835-477C-A2B8-293C325DC1E8}" type="sibTrans" cxnId="{BB409CF2-D4E7-4A1C-9A92-02D7B24EB6A4}">
      <dgm:prSet/>
      <dgm:spPr/>
      <dgm:t>
        <a:bodyPr/>
        <a:lstStyle/>
        <a:p>
          <a:endParaRPr lang="en-CA"/>
        </a:p>
      </dgm:t>
    </dgm:pt>
    <dgm:pt modelId="{D7B57542-3F61-4490-A8EB-453BC6257E4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b="0" i="0" dirty="0"/>
        </a:p>
      </dgm:t>
    </dgm:pt>
    <dgm:pt modelId="{F37AE31C-0775-4DC2-A3EC-3FD41C99B65B}" type="parTrans" cxnId="{7CA0B9F8-CF5F-41D8-B7AA-6D2461BF267F}">
      <dgm:prSet/>
      <dgm:spPr/>
      <dgm:t>
        <a:bodyPr/>
        <a:lstStyle/>
        <a:p>
          <a:endParaRPr lang="en-CA"/>
        </a:p>
      </dgm:t>
    </dgm:pt>
    <dgm:pt modelId="{A2914C4D-697A-469C-AD9E-326B4C3DE161}" type="sibTrans" cxnId="{7CA0B9F8-CF5F-41D8-B7AA-6D2461BF267F}">
      <dgm:prSet/>
      <dgm:spPr/>
      <dgm:t>
        <a:bodyPr/>
        <a:lstStyle/>
        <a:p>
          <a:endParaRPr lang="en-CA"/>
        </a:p>
      </dgm:t>
    </dgm:pt>
    <dgm:pt modelId="{BEC07376-6E49-4791-B773-8604DE75299F}" type="pres">
      <dgm:prSet presAssocID="{3BF38F0A-2D04-4C24-B923-62349047491F}" presName="vert0" presStyleCnt="0">
        <dgm:presLayoutVars>
          <dgm:dir/>
          <dgm:animOne val="branch"/>
          <dgm:animLvl val="lvl"/>
        </dgm:presLayoutVars>
      </dgm:prSet>
      <dgm:spPr/>
    </dgm:pt>
    <dgm:pt modelId="{15820EE6-97C6-4178-84C2-0C8C0EE284EE}" type="pres">
      <dgm:prSet presAssocID="{768D1FD3-8442-478E-8D16-501BE37BD5FD}" presName="thickLine" presStyleLbl="alignNode1" presStyleIdx="0" presStyleCnt="5"/>
      <dgm:spPr/>
    </dgm:pt>
    <dgm:pt modelId="{CEFEB997-F521-454C-8C93-28C02A592458}" type="pres">
      <dgm:prSet presAssocID="{768D1FD3-8442-478E-8D16-501BE37BD5FD}" presName="horz1" presStyleCnt="0"/>
      <dgm:spPr/>
    </dgm:pt>
    <dgm:pt modelId="{44DAFCFE-6F97-427F-B203-45D2D4CC4CAB}" type="pres">
      <dgm:prSet presAssocID="{768D1FD3-8442-478E-8D16-501BE37BD5FD}" presName="tx1" presStyleLbl="revTx" presStyleIdx="0" presStyleCnt="5"/>
      <dgm:spPr/>
    </dgm:pt>
    <dgm:pt modelId="{D5EF3AD3-B309-4A15-9B68-D762C28437EA}" type="pres">
      <dgm:prSet presAssocID="{768D1FD3-8442-478E-8D16-501BE37BD5FD}" presName="vert1" presStyleCnt="0"/>
      <dgm:spPr/>
    </dgm:pt>
    <dgm:pt modelId="{E9029391-7D65-48B8-B931-CEB70DAB5F67}" type="pres">
      <dgm:prSet presAssocID="{D7303AD9-1B6A-4ED0-89C7-A56DB0517E05}" presName="thickLine" presStyleLbl="alignNode1" presStyleIdx="1" presStyleCnt="5"/>
      <dgm:spPr/>
    </dgm:pt>
    <dgm:pt modelId="{B7217EEC-778A-4F36-9D2F-CBD17FCF4B3E}" type="pres">
      <dgm:prSet presAssocID="{D7303AD9-1B6A-4ED0-89C7-A56DB0517E05}" presName="horz1" presStyleCnt="0"/>
      <dgm:spPr/>
    </dgm:pt>
    <dgm:pt modelId="{9F263DF4-D295-49EF-8709-A77D1F247119}" type="pres">
      <dgm:prSet presAssocID="{D7303AD9-1B6A-4ED0-89C7-A56DB0517E05}" presName="tx1" presStyleLbl="revTx" presStyleIdx="1" presStyleCnt="5"/>
      <dgm:spPr/>
    </dgm:pt>
    <dgm:pt modelId="{8F9EB63D-2134-4939-B0B3-8861EE394DB7}" type="pres">
      <dgm:prSet presAssocID="{D7303AD9-1B6A-4ED0-89C7-A56DB0517E05}" presName="vert1" presStyleCnt="0"/>
      <dgm:spPr/>
    </dgm:pt>
    <dgm:pt modelId="{8DD8D80B-C78B-4C93-80E0-9CCD39E88FB7}" type="pres">
      <dgm:prSet presAssocID="{04D9A1AB-B716-43D5-B462-BF6682EB30E8}" presName="thickLine" presStyleLbl="alignNode1" presStyleIdx="2" presStyleCnt="5"/>
      <dgm:spPr/>
    </dgm:pt>
    <dgm:pt modelId="{C9B98BFF-BFFC-4F6E-84E2-9211EE48A19C}" type="pres">
      <dgm:prSet presAssocID="{04D9A1AB-B716-43D5-B462-BF6682EB30E8}" presName="horz1" presStyleCnt="0"/>
      <dgm:spPr/>
    </dgm:pt>
    <dgm:pt modelId="{5EFA776F-950E-44BE-AB2A-BE3A82F9B9FE}" type="pres">
      <dgm:prSet presAssocID="{04D9A1AB-B716-43D5-B462-BF6682EB30E8}" presName="tx1" presStyleLbl="revTx" presStyleIdx="2" presStyleCnt="5"/>
      <dgm:spPr/>
    </dgm:pt>
    <dgm:pt modelId="{88826AA6-65E6-4CE6-9BE5-5FAF176A4618}" type="pres">
      <dgm:prSet presAssocID="{04D9A1AB-B716-43D5-B462-BF6682EB30E8}" presName="vert1" presStyleCnt="0"/>
      <dgm:spPr/>
    </dgm:pt>
    <dgm:pt modelId="{D4D58DD9-1AC7-46F0-B5CF-8BED7ED864BD}" type="pres">
      <dgm:prSet presAssocID="{6E9EEFE2-31C9-4D2B-AA3D-707E36D89371}" presName="thickLine" presStyleLbl="alignNode1" presStyleIdx="3" presStyleCnt="5"/>
      <dgm:spPr/>
    </dgm:pt>
    <dgm:pt modelId="{434448F6-D8DE-4D47-8573-015C28062C32}" type="pres">
      <dgm:prSet presAssocID="{6E9EEFE2-31C9-4D2B-AA3D-707E36D89371}" presName="horz1" presStyleCnt="0"/>
      <dgm:spPr/>
    </dgm:pt>
    <dgm:pt modelId="{952BDFFF-8D0B-417D-9209-9ECBE1DEF58A}" type="pres">
      <dgm:prSet presAssocID="{6E9EEFE2-31C9-4D2B-AA3D-707E36D89371}" presName="tx1" presStyleLbl="revTx" presStyleIdx="3" presStyleCnt="5"/>
      <dgm:spPr/>
    </dgm:pt>
    <dgm:pt modelId="{6ADBE325-CFEC-41F5-95C9-424668134EE1}" type="pres">
      <dgm:prSet presAssocID="{6E9EEFE2-31C9-4D2B-AA3D-707E36D89371}" presName="vert1" presStyleCnt="0"/>
      <dgm:spPr/>
    </dgm:pt>
    <dgm:pt modelId="{D1D3C2E5-9109-4ADE-888A-3F66E4F315B0}" type="pres">
      <dgm:prSet presAssocID="{D7B57542-3F61-4490-A8EB-453BC6257E44}" presName="thickLine" presStyleLbl="alignNode1" presStyleIdx="4" presStyleCnt="5"/>
      <dgm:spPr/>
    </dgm:pt>
    <dgm:pt modelId="{8A3C759E-C104-4291-9EF8-6581C6C1AA4A}" type="pres">
      <dgm:prSet presAssocID="{D7B57542-3F61-4490-A8EB-453BC6257E44}" presName="horz1" presStyleCnt="0"/>
      <dgm:spPr/>
    </dgm:pt>
    <dgm:pt modelId="{6604A962-6846-46DC-B3CB-5732E41E19A7}" type="pres">
      <dgm:prSet presAssocID="{D7B57542-3F61-4490-A8EB-453BC6257E44}" presName="tx1" presStyleLbl="revTx" presStyleIdx="4" presStyleCnt="5"/>
      <dgm:spPr/>
    </dgm:pt>
    <dgm:pt modelId="{DB260AA9-9248-4E25-9468-C9DBBDC1F36F}" type="pres">
      <dgm:prSet presAssocID="{D7B57542-3F61-4490-A8EB-453BC6257E44}" presName="vert1" presStyleCnt="0"/>
      <dgm:spPr/>
    </dgm:pt>
  </dgm:ptLst>
  <dgm:cxnLst>
    <dgm:cxn modelId="{D5C24D24-6536-4C95-BCE4-A3CCA4FFC3A9}" srcId="{3BF38F0A-2D04-4C24-B923-62349047491F}" destId="{768D1FD3-8442-478E-8D16-501BE37BD5FD}" srcOrd="0" destOrd="0" parTransId="{937616AC-B437-4284-920C-15248784E69A}" sibTransId="{E4B8E75E-2CA4-42BD-97CF-B19348BBE292}"/>
    <dgm:cxn modelId="{0899D43E-AB8D-47CE-B740-DDB4302B2119}" type="presOf" srcId="{3BF38F0A-2D04-4C24-B923-62349047491F}" destId="{BEC07376-6E49-4791-B773-8604DE75299F}" srcOrd="0" destOrd="0" presId="urn:microsoft.com/office/officeart/2008/layout/LinedList"/>
    <dgm:cxn modelId="{31322E4D-323A-4F8D-8E21-23D28452BC18}" srcId="{3BF38F0A-2D04-4C24-B923-62349047491F}" destId="{6E9EEFE2-31C9-4D2B-AA3D-707E36D89371}" srcOrd="3" destOrd="0" parTransId="{79684C7B-64A5-4947-AC02-306AA2DF36AA}" sibTransId="{E35616F8-DCC6-4DC0-9F21-1ABD6629B04C}"/>
    <dgm:cxn modelId="{21FCD354-5445-4E19-94E7-F662C4243014}" type="presOf" srcId="{6E9EEFE2-31C9-4D2B-AA3D-707E36D89371}" destId="{952BDFFF-8D0B-417D-9209-9ECBE1DEF58A}" srcOrd="0" destOrd="0" presId="urn:microsoft.com/office/officeart/2008/layout/LinedList"/>
    <dgm:cxn modelId="{20AF2056-62EE-40FA-BC68-1ECEB09B2071}" srcId="{3BF38F0A-2D04-4C24-B923-62349047491F}" destId="{04D9A1AB-B716-43D5-B462-BF6682EB30E8}" srcOrd="2" destOrd="0" parTransId="{DABE5A4A-4481-4272-9796-5A671CBA0AC6}" sibTransId="{63937957-361D-48F3-BDBB-4EA05DD4E001}"/>
    <dgm:cxn modelId="{7ED77989-D817-4C53-9608-08AA411DDAAE}" type="presOf" srcId="{D7303AD9-1B6A-4ED0-89C7-A56DB0517E05}" destId="{9F263DF4-D295-49EF-8709-A77D1F247119}" srcOrd="0" destOrd="0" presId="urn:microsoft.com/office/officeart/2008/layout/LinedList"/>
    <dgm:cxn modelId="{8E97C19C-7067-431E-9B60-9E1D9D225964}" type="presOf" srcId="{04D9A1AB-B716-43D5-B462-BF6682EB30E8}" destId="{5EFA776F-950E-44BE-AB2A-BE3A82F9B9FE}" srcOrd="0" destOrd="0" presId="urn:microsoft.com/office/officeart/2008/layout/LinedList"/>
    <dgm:cxn modelId="{B0380ABA-0F01-4DF3-8575-19D2F1DE01B6}" type="presOf" srcId="{768D1FD3-8442-478E-8D16-501BE37BD5FD}" destId="{44DAFCFE-6F97-427F-B203-45D2D4CC4CAB}" srcOrd="0" destOrd="0" presId="urn:microsoft.com/office/officeart/2008/layout/LinedList"/>
    <dgm:cxn modelId="{A58DBABE-B5E1-4051-B8DF-D76CA50D3B59}" type="presOf" srcId="{D7B57542-3F61-4490-A8EB-453BC6257E44}" destId="{6604A962-6846-46DC-B3CB-5732E41E19A7}" srcOrd="0" destOrd="0" presId="urn:microsoft.com/office/officeart/2008/layout/LinedList"/>
    <dgm:cxn modelId="{BB409CF2-D4E7-4A1C-9A92-02D7B24EB6A4}" srcId="{3BF38F0A-2D04-4C24-B923-62349047491F}" destId="{D7303AD9-1B6A-4ED0-89C7-A56DB0517E05}" srcOrd="1" destOrd="0" parTransId="{342A173A-1752-4DE5-B3C0-0AAF2FA4BA09}" sibTransId="{B9EDDC7F-E835-477C-A2B8-293C325DC1E8}"/>
    <dgm:cxn modelId="{7CA0B9F8-CF5F-41D8-B7AA-6D2461BF267F}" srcId="{3BF38F0A-2D04-4C24-B923-62349047491F}" destId="{D7B57542-3F61-4490-A8EB-453BC6257E44}" srcOrd="4" destOrd="0" parTransId="{F37AE31C-0775-4DC2-A3EC-3FD41C99B65B}" sibTransId="{A2914C4D-697A-469C-AD9E-326B4C3DE161}"/>
    <dgm:cxn modelId="{895FBD0A-510F-4A41-8C52-256E3B4F477A}" type="presParOf" srcId="{BEC07376-6E49-4791-B773-8604DE75299F}" destId="{15820EE6-97C6-4178-84C2-0C8C0EE284EE}" srcOrd="0" destOrd="0" presId="urn:microsoft.com/office/officeart/2008/layout/LinedList"/>
    <dgm:cxn modelId="{B2149C99-9269-4D74-BA1A-8183EEF5D92C}" type="presParOf" srcId="{BEC07376-6E49-4791-B773-8604DE75299F}" destId="{CEFEB997-F521-454C-8C93-28C02A592458}" srcOrd="1" destOrd="0" presId="urn:microsoft.com/office/officeart/2008/layout/LinedList"/>
    <dgm:cxn modelId="{4A9ED522-2A2E-4422-982C-F1CBC5546091}" type="presParOf" srcId="{CEFEB997-F521-454C-8C93-28C02A592458}" destId="{44DAFCFE-6F97-427F-B203-45D2D4CC4CAB}" srcOrd="0" destOrd="0" presId="urn:microsoft.com/office/officeart/2008/layout/LinedList"/>
    <dgm:cxn modelId="{989E4DF9-F98E-4493-8E7F-CF8484CA00C4}" type="presParOf" srcId="{CEFEB997-F521-454C-8C93-28C02A592458}" destId="{D5EF3AD3-B309-4A15-9B68-D762C28437EA}" srcOrd="1" destOrd="0" presId="urn:microsoft.com/office/officeart/2008/layout/LinedList"/>
    <dgm:cxn modelId="{277301AA-DFFD-4FE6-B0AA-68EF7838125A}" type="presParOf" srcId="{BEC07376-6E49-4791-B773-8604DE75299F}" destId="{E9029391-7D65-48B8-B931-CEB70DAB5F67}" srcOrd="2" destOrd="0" presId="urn:microsoft.com/office/officeart/2008/layout/LinedList"/>
    <dgm:cxn modelId="{DA022C6C-BC79-409D-9F4E-69480FDFC1CA}" type="presParOf" srcId="{BEC07376-6E49-4791-B773-8604DE75299F}" destId="{B7217EEC-778A-4F36-9D2F-CBD17FCF4B3E}" srcOrd="3" destOrd="0" presId="urn:microsoft.com/office/officeart/2008/layout/LinedList"/>
    <dgm:cxn modelId="{4E7F398D-21FE-4BAA-BAD6-A10512BD7B89}" type="presParOf" srcId="{B7217EEC-778A-4F36-9D2F-CBD17FCF4B3E}" destId="{9F263DF4-D295-49EF-8709-A77D1F247119}" srcOrd="0" destOrd="0" presId="urn:microsoft.com/office/officeart/2008/layout/LinedList"/>
    <dgm:cxn modelId="{69D5886E-EA9C-4112-B325-78EF381FA4EC}" type="presParOf" srcId="{B7217EEC-778A-4F36-9D2F-CBD17FCF4B3E}" destId="{8F9EB63D-2134-4939-B0B3-8861EE394DB7}" srcOrd="1" destOrd="0" presId="urn:microsoft.com/office/officeart/2008/layout/LinedList"/>
    <dgm:cxn modelId="{59EC40C7-8FFC-4CE5-9861-026E4F5F978E}" type="presParOf" srcId="{BEC07376-6E49-4791-B773-8604DE75299F}" destId="{8DD8D80B-C78B-4C93-80E0-9CCD39E88FB7}" srcOrd="4" destOrd="0" presId="urn:microsoft.com/office/officeart/2008/layout/LinedList"/>
    <dgm:cxn modelId="{30795BA4-57BA-47AE-8439-76821C4C506C}" type="presParOf" srcId="{BEC07376-6E49-4791-B773-8604DE75299F}" destId="{C9B98BFF-BFFC-4F6E-84E2-9211EE48A19C}" srcOrd="5" destOrd="0" presId="urn:microsoft.com/office/officeart/2008/layout/LinedList"/>
    <dgm:cxn modelId="{5CD82C41-87EA-4948-9647-94BE9A6E69F3}" type="presParOf" srcId="{C9B98BFF-BFFC-4F6E-84E2-9211EE48A19C}" destId="{5EFA776F-950E-44BE-AB2A-BE3A82F9B9FE}" srcOrd="0" destOrd="0" presId="urn:microsoft.com/office/officeart/2008/layout/LinedList"/>
    <dgm:cxn modelId="{0C240049-DFCC-42D1-930B-89A2350729C9}" type="presParOf" srcId="{C9B98BFF-BFFC-4F6E-84E2-9211EE48A19C}" destId="{88826AA6-65E6-4CE6-9BE5-5FAF176A4618}" srcOrd="1" destOrd="0" presId="urn:microsoft.com/office/officeart/2008/layout/LinedList"/>
    <dgm:cxn modelId="{EEC7A720-ECB3-46BB-8925-A2B04B3B96E9}" type="presParOf" srcId="{BEC07376-6E49-4791-B773-8604DE75299F}" destId="{D4D58DD9-1AC7-46F0-B5CF-8BED7ED864BD}" srcOrd="6" destOrd="0" presId="urn:microsoft.com/office/officeart/2008/layout/LinedList"/>
    <dgm:cxn modelId="{598D3E3A-ABB5-4252-9A18-68866663CC02}" type="presParOf" srcId="{BEC07376-6E49-4791-B773-8604DE75299F}" destId="{434448F6-D8DE-4D47-8573-015C28062C32}" srcOrd="7" destOrd="0" presId="urn:microsoft.com/office/officeart/2008/layout/LinedList"/>
    <dgm:cxn modelId="{E09573A0-9424-4230-A817-2329904346E8}" type="presParOf" srcId="{434448F6-D8DE-4D47-8573-015C28062C32}" destId="{952BDFFF-8D0B-417D-9209-9ECBE1DEF58A}" srcOrd="0" destOrd="0" presId="urn:microsoft.com/office/officeart/2008/layout/LinedList"/>
    <dgm:cxn modelId="{70AF9F90-F42D-40B1-B47D-3EAF5D22E97A}" type="presParOf" srcId="{434448F6-D8DE-4D47-8573-015C28062C32}" destId="{6ADBE325-CFEC-41F5-95C9-424668134EE1}" srcOrd="1" destOrd="0" presId="urn:microsoft.com/office/officeart/2008/layout/LinedList"/>
    <dgm:cxn modelId="{CB8347CD-20D6-4688-9544-B426AB6B3936}" type="presParOf" srcId="{BEC07376-6E49-4791-B773-8604DE75299F}" destId="{D1D3C2E5-9109-4ADE-888A-3F66E4F315B0}" srcOrd="8" destOrd="0" presId="urn:microsoft.com/office/officeart/2008/layout/LinedList"/>
    <dgm:cxn modelId="{68F1AD15-2EAC-4569-9F1E-1D06B6CDA4B0}" type="presParOf" srcId="{BEC07376-6E49-4791-B773-8604DE75299F}" destId="{8A3C759E-C104-4291-9EF8-6581C6C1AA4A}" srcOrd="9" destOrd="0" presId="urn:microsoft.com/office/officeart/2008/layout/LinedList"/>
    <dgm:cxn modelId="{786704AF-CAEC-4B3C-8FEA-DA6C22A6A26A}" type="presParOf" srcId="{8A3C759E-C104-4291-9EF8-6581C6C1AA4A}" destId="{6604A962-6846-46DC-B3CB-5732E41E19A7}" srcOrd="0" destOrd="0" presId="urn:microsoft.com/office/officeart/2008/layout/LinedList"/>
    <dgm:cxn modelId="{9847140E-AA74-4D3C-9B1D-F4AD9D58FE66}" type="presParOf" srcId="{8A3C759E-C104-4291-9EF8-6581C6C1AA4A}" destId="{DB260AA9-9248-4E25-9468-C9DBBDC1F3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BF38F0A-2D04-4C24-B923-62349047491F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8D1FD3-8442-478E-8D16-501BE37BD5FD}">
      <dgm:prSet/>
      <dgm:spPr/>
      <dgm:t>
        <a:bodyPr/>
        <a:lstStyle/>
        <a:p>
          <a:r>
            <a:rPr lang="en-US" b="1" i="0"/>
            <a:t>Center Point:</a:t>
          </a:r>
          <a:r>
            <a:rPr lang="en-US" b="0" i="0"/>
            <a:t> Define a centre point.</a:t>
          </a:r>
          <a:endParaRPr lang="en-US" dirty="0"/>
        </a:p>
      </dgm:t>
    </dgm:pt>
    <dgm:pt modelId="{937616AC-B437-4284-920C-15248784E69A}" type="parTrans" cxnId="{D5C24D24-6536-4C95-BCE4-A3CCA4FFC3A9}">
      <dgm:prSet/>
      <dgm:spPr/>
      <dgm:t>
        <a:bodyPr/>
        <a:lstStyle/>
        <a:p>
          <a:endParaRPr lang="en-US"/>
        </a:p>
      </dgm:t>
    </dgm:pt>
    <dgm:pt modelId="{E4B8E75E-2CA4-42BD-97CF-B19348BBE292}" type="sibTrans" cxnId="{D5C24D24-6536-4C95-BCE4-A3CCA4FFC3A9}">
      <dgm:prSet/>
      <dgm:spPr/>
      <dgm:t>
        <a:bodyPr/>
        <a:lstStyle/>
        <a:p>
          <a:endParaRPr lang="en-US"/>
        </a:p>
      </dgm:t>
    </dgm:pt>
    <dgm:pt modelId="{2EEC9E03-1182-4D46-B87D-86A1E23F4D62}">
      <dgm:prSet/>
      <dgm:spPr/>
      <dgm:t>
        <a:bodyPr/>
        <a:lstStyle/>
        <a:p>
          <a:r>
            <a:rPr lang="en-US" b="1" i="0" dirty="0"/>
            <a:t>Radial Lines:</a:t>
          </a:r>
          <a:r>
            <a:rPr lang="en-US" b="0" i="0" dirty="0"/>
            <a:t> Draw a line, rotate 360/(number of lines) and repeat </a:t>
          </a:r>
          <a:endParaRPr lang="en-US" dirty="0"/>
        </a:p>
      </dgm:t>
    </dgm:pt>
    <dgm:pt modelId="{D6822B80-9E0F-4D17-9A50-9DF6E76695EE}" type="parTrans" cxnId="{BF444113-FB5C-450C-9188-470E623BEF6A}">
      <dgm:prSet/>
      <dgm:spPr/>
      <dgm:t>
        <a:bodyPr/>
        <a:lstStyle/>
        <a:p>
          <a:endParaRPr lang="en-CA"/>
        </a:p>
      </dgm:t>
    </dgm:pt>
    <dgm:pt modelId="{16E6C00E-7436-4980-A396-AB4C94994D76}" type="sibTrans" cxnId="{BF444113-FB5C-450C-9188-470E623BEF6A}">
      <dgm:prSet/>
      <dgm:spPr/>
      <dgm:t>
        <a:bodyPr/>
        <a:lstStyle/>
        <a:p>
          <a:endParaRPr lang="en-CA"/>
        </a:p>
      </dgm:t>
    </dgm:pt>
    <dgm:pt modelId="{184F2CC8-B816-4C05-8166-AEEA3A29064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Circle Boundary:</a:t>
          </a:r>
          <a:r>
            <a:rPr lang="en-US" b="0" i="0" dirty="0"/>
            <a:t> Defined by the x and y distance from the </a:t>
          </a:r>
          <a:r>
            <a:rPr lang="en-US" b="0" i="0" dirty="0" err="1"/>
            <a:t>centre</a:t>
          </a:r>
          <a:r>
            <a:rPr lang="en-US" b="0" i="0" dirty="0"/>
            <a:t> point for the end of the line</a:t>
          </a:r>
        </a:p>
      </dgm:t>
    </dgm:pt>
    <dgm:pt modelId="{A7F9E814-237C-4054-A530-42FC0670457B}" type="parTrans" cxnId="{870B5393-BE2A-4990-BB0F-91266DDCBD9B}">
      <dgm:prSet/>
      <dgm:spPr/>
      <dgm:t>
        <a:bodyPr/>
        <a:lstStyle/>
        <a:p>
          <a:endParaRPr lang="en-CA"/>
        </a:p>
      </dgm:t>
    </dgm:pt>
    <dgm:pt modelId="{58E6A41E-26FD-4142-8222-0F17EC96739C}" type="sibTrans" cxnId="{870B5393-BE2A-4990-BB0F-91266DDCBD9B}">
      <dgm:prSet/>
      <dgm:spPr/>
      <dgm:t>
        <a:bodyPr/>
        <a:lstStyle/>
        <a:p>
          <a:endParaRPr lang="en-CA"/>
        </a:p>
      </dgm:t>
    </dgm:pt>
    <dgm:pt modelId="{1568817D-A636-4BB5-B3C0-6A4EE473B9E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Two Parallel Lines:</a:t>
          </a:r>
          <a:r>
            <a:rPr lang="en-US" b="0" i="0" dirty="0"/>
            <a:t> Fixed distance apart, vertical orientation</a:t>
          </a:r>
        </a:p>
      </dgm:t>
    </dgm:pt>
    <dgm:pt modelId="{9F5588BF-A5B1-4018-9300-CA8B2BF5B4D6}" type="parTrans" cxnId="{BB661FD7-6E7D-4657-8957-F3FA1AF98B47}">
      <dgm:prSet/>
      <dgm:spPr/>
      <dgm:t>
        <a:bodyPr/>
        <a:lstStyle/>
        <a:p>
          <a:endParaRPr lang="en-CA"/>
        </a:p>
      </dgm:t>
    </dgm:pt>
    <dgm:pt modelId="{8E03AEBB-26D4-44D2-B687-81D17D90F800}" type="sibTrans" cxnId="{BB661FD7-6E7D-4657-8957-F3FA1AF98B47}">
      <dgm:prSet/>
      <dgm:spPr/>
      <dgm:t>
        <a:bodyPr/>
        <a:lstStyle/>
        <a:p>
          <a:endParaRPr lang="en-CA"/>
        </a:p>
      </dgm:t>
    </dgm:pt>
    <dgm:pt modelId="{BEC07376-6E49-4791-B773-8604DE75299F}" type="pres">
      <dgm:prSet presAssocID="{3BF38F0A-2D04-4C24-B923-62349047491F}" presName="vert0" presStyleCnt="0">
        <dgm:presLayoutVars>
          <dgm:dir/>
          <dgm:animOne val="branch"/>
          <dgm:animLvl val="lvl"/>
        </dgm:presLayoutVars>
      </dgm:prSet>
      <dgm:spPr/>
    </dgm:pt>
    <dgm:pt modelId="{15820EE6-97C6-4178-84C2-0C8C0EE284EE}" type="pres">
      <dgm:prSet presAssocID="{768D1FD3-8442-478E-8D16-501BE37BD5FD}" presName="thickLine" presStyleLbl="alignNode1" presStyleIdx="0" presStyleCnt="4"/>
      <dgm:spPr/>
    </dgm:pt>
    <dgm:pt modelId="{CEFEB997-F521-454C-8C93-28C02A592458}" type="pres">
      <dgm:prSet presAssocID="{768D1FD3-8442-478E-8D16-501BE37BD5FD}" presName="horz1" presStyleCnt="0"/>
      <dgm:spPr/>
    </dgm:pt>
    <dgm:pt modelId="{44DAFCFE-6F97-427F-B203-45D2D4CC4CAB}" type="pres">
      <dgm:prSet presAssocID="{768D1FD3-8442-478E-8D16-501BE37BD5FD}" presName="tx1" presStyleLbl="revTx" presStyleIdx="0" presStyleCnt="4"/>
      <dgm:spPr/>
    </dgm:pt>
    <dgm:pt modelId="{D5EF3AD3-B309-4A15-9B68-D762C28437EA}" type="pres">
      <dgm:prSet presAssocID="{768D1FD3-8442-478E-8D16-501BE37BD5FD}" presName="vert1" presStyleCnt="0"/>
      <dgm:spPr/>
    </dgm:pt>
    <dgm:pt modelId="{8D258FF1-6F2E-40D1-9776-B273DDFAA68D}" type="pres">
      <dgm:prSet presAssocID="{2EEC9E03-1182-4D46-B87D-86A1E23F4D62}" presName="thickLine" presStyleLbl="alignNode1" presStyleIdx="1" presStyleCnt="4"/>
      <dgm:spPr/>
    </dgm:pt>
    <dgm:pt modelId="{DC4C7582-8E3A-4BD9-9A6D-6D8F58D22D5A}" type="pres">
      <dgm:prSet presAssocID="{2EEC9E03-1182-4D46-B87D-86A1E23F4D62}" presName="horz1" presStyleCnt="0"/>
      <dgm:spPr/>
    </dgm:pt>
    <dgm:pt modelId="{37E1E6FA-11C2-4379-AF9A-58FA8FC8E175}" type="pres">
      <dgm:prSet presAssocID="{2EEC9E03-1182-4D46-B87D-86A1E23F4D62}" presName="tx1" presStyleLbl="revTx" presStyleIdx="1" presStyleCnt="4"/>
      <dgm:spPr/>
    </dgm:pt>
    <dgm:pt modelId="{04603F45-A6E9-4B03-B60F-5D54412015C9}" type="pres">
      <dgm:prSet presAssocID="{2EEC9E03-1182-4D46-B87D-86A1E23F4D62}" presName="vert1" presStyleCnt="0"/>
      <dgm:spPr/>
    </dgm:pt>
    <dgm:pt modelId="{2A9AF28B-8156-42D8-A30B-1CE3242B08D9}" type="pres">
      <dgm:prSet presAssocID="{184F2CC8-B816-4C05-8166-AEEA3A290647}" presName="thickLine" presStyleLbl="alignNode1" presStyleIdx="2" presStyleCnt="4"/>
      <dgm:spPr/>
    </dgm:pt>
    <dgm:pt modelId="{40C52EB4-FB02-4482-8A48-9C7925591698}" type="pres">
      <dgm:prSet presAssocID="{184F2CC8-B816-4C05-8166-AEEA3A290647}" presName="horz1" presStyleCnt="0"/>
      <dgm:spPr/>
    </dgm:pt>
    <dgm:pt modelId="{31C6916B-02D0-4281-9B18-B9F08578D678}" type="pres">
      <dgm:prSet presAssocID="{184F2CC8-B816-4C05-8166-AEEA3A290647}" presName="tx1" presStyleLbl="revTx" presStyleIdx="2" presStyleCnt="4"/>
      <dgm:spPr/>
    </dgm:pt>
    <dgm:pt modelId="{0B7C0EDA-E9E4-46B4-96C9-86E5A8088E72}" type="pres">
      <dgm:prSet presAssocID="{184F2CC8-B816-4C05-8166-AEEA3A290647}" presName="vert1" presStyleCnt="0"/>
      <dgm:spPr/>
    </dgm:pt>
    <dgm:pt modelId="{85FDBB38-2BBE-492E-AF2A-2A1B7A219EB5}" type="pres">
      <dgm:prSet presAssocID="{1568817D-A636-4BB5-B3C0-6A4EE473B9ED}" presName="thickLine" presStyleLbl="alignNode1" presStyleIdx="3" presStyleCnt="4"/>
      <dgm:spPr/>
    </dgm:pt>
    <dgm:pt modelId="{5240DA42-05EF-44ED-A9C9-473D88786FB8}" type="pres">
      <dgm:prSet presAssocID="{1568817D-A636-4BB5-B3C0-6A4EE473B9ED}" presName="horz1" presStyleCnt="0"/>
      <dgm:spPr/>
    </dgm:pt>
    <dgm:pt modelId="{0280D537-8570-49EE-8763-75585ABDA0DD}" type="pres">
      <dgm:prSet presAssocID="{1568817D-A636-4BB5-B3C0-6A4EE473B9ED}" presName="tx1" presStyleLbl="revTx" presStyleIdx="3" presStyleCnt="4"/>
      <dgm:spPr/>
    </dgm:pt>
    <dgm:pt modelId="{819FC247-9F68-4A6E-B566-40470B3F8E08}" type="pres">
      <dgm:prSet presAssocID="{1568817D-A636-4BB5-B3C0-6A4EE473B9ED}" presName="vert1" presStyleCnt="0"/>
      <dgm:spPr/>
    </dgm:pt>
  </dgm:ptLst>
  <dgm:cxnLst>
    <dgm:cxn modelId="{7267FB0B-53C3-48EA-AFF9-4282C1687C57}" type="presOf" srcId="{1568817D-A636-4BB5-B3C0-6A4EE473B9ED}" destId="{0280D537-8570-49EE-8763-75585ABDA0DD}" srcOrd="0" destOrd="0" presId="urn:microsoft.com/office/officeart/2008/layout/LinedList"/>
    <dgm:cxn modelId="{BF444113-FB5C-450C-9188-470E623BEF6A}" srcId="{3BF38F0A-2D04-4C24-B923-62349047491F}" destId="{2EEC9E03-1182-4D46-B87D-86A1E23F4D62}" srcOrd="1" destOrd="0" parTransId="{D6822B80-9E0F-4D17-9A50-9DF6E76695EE}" sibTransId="{16E6C00E-7436-4980-A396-AB4C94994D76}"/>
    <dgm:cxn modelId="{D5C24D24-6536-4C95-BCE4-A3CCA4FFC3A9}" srcId="{3BF38F0A-2D04-4C24-B923-62349047491F}" destId="{768D1FD3-8442-478E-8D16-501BE37BD5FD}" srcOrd="0" destOrd="0" parTransId="{937616AC-B437-4284-920C-15248784E69A}" sibTransId="{E4B8E75E-2CA4-42BD-97CF-B19348BBE292}"/>
    <dgm:cxn modelId="{0899D43E-AB8D-47CE-B740-DDB4302B2119}" type="presOf" srcId="{3BF38F0A-2D04-4C24-B923-62349047491F}" destId="{BEC07376-6E49-4791-B773-8604DE75299F}" srcOrd="0" destOrd="0" presId="urn:microsoft.com/office/officeart/2008/layout/LinedList"/>
    <dgm:cxn modelId="{86F80E82-4C1B-48E6-803C-1E64D5A15935}" type="presOf" srcId="{184F2CC8-B816-4C05-8166-AEEA3A290647}" destId="{31C6916B-02D0-4281-9B18-B9F08578D678}" srcOrd="0" destOrd="0" presId="urn:microsoft.com/office/officeart/2008/layout/LinedList"/>
    <dgm:cxn modelId="{870B5393-BE2A-4990-BB0F-91266DDCBD9B}" srcId="{3BF38F0A-2D04-4C24-B923-62349047491F}" destId="{184F2CC8-B816-4C05-8166-AEEA3A290647}" srcOrd="2" destOrd="0" parTransId="{A7F9E814-237C-4054-A530-42FC0670457B}" sibTransId="{58E6A41E-26FD-4142-8222-0F17EC96739C}"/>
    <dgm:cxn modelId="{B0380ABA-0F01-4DF3-8575-19D2F1DE01B6}" type="presOf" srcId="{768D1FD3-8442-478E-8D16-501BE37BD5FD}" destId="{44DAFCFE-6F97-427F-B203-45D2D4CC4CAB}" srcOrd="0" destOrd="0" presId="urn:microsoft.com/office/officeart/2008/layout/LinedList"/>
    <dgm:cxn modelId="{BB661FD7-6E7D-4657-8957-F3FA1AF98B47}" srcId="{3BF38F0A-2D04-4C24-B923-62349047491F}" destId="{1568817D-A636-4BB5-B3C0-6A4EE473B9ED}" srcOrd="3" destOrd="0" parTransId="{9F5588BF-A5B1-4018-9300-CA8B2BF5B4D6}" sibTransId="{8E03AEBB-26D4-44D2-B687-81D17D90F800}"/>
    <dgm:cxn modelId="{A0B4FEE3-3441-4632-B148-1E1AA920764D}" type="presOf" srcId="{2EEC9E03-1182-4D46-B87D-86A1E23F4D62}" destId="{37E1E6FA-11C2-4379-AF9A-58FA8FC8E175}" srcOrd="0" destOrd="0" presId="urn:microsoft.com/office/officeart/2008/layout/LinedList"/>
    <dgm:cxn modelId="{895FBD0A-510F-4A41-8C52-256E3B4F477A}" type="presParOf" srcId="{BEC07376-6E49-4791-B773-8604DE75299F}" destId="{15820EE6-97C6-4178-84C2-0C8C0EE284EE}" srcOrd="0" destOrd="0" presId="urn:microsoft.com/office/officeart/2008/layout/LinedList"/>
    <dgm:cxn modelId="{B2149C99-9269-4D74-BA1A-8183EEF5D92C}" type="presParOf" srcId="{BEC07376-6E49-4791-B773-8604DE75299F}" destId="{CEFEB997-F521-454C-8C93-28C02A592458}" srcOrd="1" destOrd="0" presId="urn:microsoft.com/office/officeart/2008/layout/LinedList"/>
    <dgm:cxn modelId="{4A9ED522-2A2E-4422-982C-F1CBC5546091}" type="presParOf" srcId="{CEFEB997-F521-454C-8C93-28C02A592458}" destId="{44DAFCFE-6F97-427F-B203-45D2D4CC4CAB}" srcOrd="0" destOrd="0" presId="urn:microsoft.com/office/officeart/2008/layout/LinedList"/>
    <dgm:cxn modelId="{989E4DF9-F98E-4493-8E7F-CF8484CA00C4}" type="presParOf" srcId="{CEFEB997-F521-454C-8C93-28C02A592458}" destId="{D5EF3AD3-B309-4A15-9B68-D762C28437EA}" srcOrd="1" destOrd="0" presId="urn:microsoft.com/office/officeart/2008/layout/LinedList"/>
    <dgm:cxn modelId="{ABA3818E-0949-45BC-8C44-C6B4A39FC000}" type="presParOf" srcId="{BEC07376-6E49-4791-B773-8604DE75299F}" destId="{8D258FF1-6F2E-40D1-9776-B273DDFAA68D}" srcOrd="2" destOrd="0" presId="urn:microsoft.com/office/officeart/2008/layout/LinedList"/>
    <dgm:cxn modelId="{41B43DC7-76A7-42BF-BC32-450D7E20972A}" type="presParOf" srcId="{BEC07376-6E49-4791-B773-8604DE75299F}" destId="{DC4C7582-8E3A-4BD9-9A6D-6D8F58D22D5A}" srcOrd="3" destOrd="0" presId="urn:microsoft.com/office/officeart/2008/layout/LinedList"/>
    <dgm:cxn modelId="{5A1CE27F-11E9-4BE3-A60C-8176C53F49C5}" type="presParOf" srcId="{DC4C7582-8E3A-4BD9-9A6D-6D8F58D22D5A}" destId="{37E1E6FA-11C2-4379-AF9A-58FA8FC8E175}" srcOrd="0" destOrd="0" presId="urn:microsoft.com/office/officeart/2008/layout/LinedList"/>
    <dgm:cxn modelId="{F0F42A69-6C5E-407B-A48D-6E48E4E47122}" type="presParOf" srcId="{DC4C7582-8E3A-4BD9-9A6D-6D8F58D22D5A}" destId="{04603F45-A6E9-4B03-B60F-5D54412015C9}" srcOrd="1" destOrd="0" presId="urn:microsoft.com/office/officeart/2008/layout/LinedList"/>
    <dgm:cxn modelId="{2EAA2FC2-3262-4C1E-B349-B0CFB606676A}" type="presParOf" srcId="{BEC07376-6E49-4791-B773-8604DE75299F}" destId="{2A9AF28B-8156-42D8-A30B-1CE3242B08D9}" srcOrd="4" destOrd="0" presId="urn:microsoft.com/office/officeart/2008/layout/LinedList"/>
    <dgm:cxn modelId="{783D67BC-ABF4-4776-AFD5-D14E51EE598A}" type="presParOf" srcId="{BEC07376-6E49-4791-B773-8604DE75299F}" destId="{40C52EB4-FB02-4482-8A48-9C7925591698}" srcOrd="5" destOrd="0" presId="urn:microsoft.com/office/officeart/2008/layout/LinedList"/>
    <dgm:cxn modelId="{5F92F4DA-2A98-4973-9794-1A07A775B86B}" type="presParOf" srcId="{40C52EB4-FB02-4482-8A48-9C7925591698}" destId="{31C6916B-02D0-4281-9B18-B9F08578D678}" srcOrd="0" destOrd="0" presId="urn:microsoft.com/office/officeart/2008/layout/LinedList"/>
    <dgm:cxn modelId="{AB9C7BBB-0B89-41C6-A769-3D24799F6042}" type="presParOf" srcId="{40C52EB4-FB02-4482-8A48-9C7925591698}" destId="{0B7C0EDA-E9E4-46B4-96C9-86E5A8088E72}" srcOrd="1" destOrd="0" presId="urn:microsoft.com/office/officeart/2008/layout/LinedList"/>
    <dgm:cxn modelId="{3A3E00D9-8E82-4CAD-AAC1-F39F420A5FBF}" type="presParOf" srcId="{BEC07376-6E49-4791-B773-8604DE75299F}" destId="{85FDBB38-2BBE-492E-AF2A-2A1B7A219EB5}" srcOrd="6" destOrd="0" presId="urn:microsoft.com/office/officeart/2008/layout/LinedList"/>
    <dgm:cxn modelId="{C45D0962-E5EA-4E42-A978-73EEAE0CE2A2}" type="presParOf" srcId="{BEC07376-6E49-4791-B773-8604DE75299F}" destId="{5240DA42-05EF-44ED-A9C9-473D88786FB8}" srcOrd="7" destOrd="0" presId="urn:microsoft.com/office/officeart/2008/layout/LinedList"/>
    <dgm:cxn modelId="{C4AB03C2-8A93-4381-A64F-54CBE82ACBC0}" type="presParOf" srcId="{5240DA42-05EF-44ED-A9C9-473D88786FB8}" destId="{0280D537-8570-49EE-8763-75585ABDA0DD}" srcOrd="0" destOrd="0" presId="urn:microsoft.com/office/officeart/2008/layout/LinedList"/>
    <dgm:cxn modelId="{C0AA7154-D634-4CB0-AF9F-97E7538A65ED}" type="presParOf" srcId="{5240DA42-05EF-44ED-A9C9-473D88786FB8}" destId="{819FC247-9F68-4A6E-B566-40470B3F8E0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AA83C5-8532-4EF8-90CA-6A37DAAFFB4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6BF0734-40EE-42E8-BFAC-44D30E1BA484}">
      <dgm:prSet custT="1"/>
      <dgm:spPr/>
      <dgm:t>
        <a:bodyPr/>
        <a:lstStyle/>
        <a:p>
          <a:pPr>
            <a:defRPr b="1"/>
          </a:pPr>
          <a:r>
            <a:rPr lang="en-US" sz="2800" dirty="0"/>
            <a:t>A set of step-by-step instructions </a:t>
          </a:r>
        </a:p>
      </dgm:t>
    </dgm:pt>
    <dgm:pt modelId="{02ED9A59-C407-4F1D-BD6A-7932CA8406D6}" type="parTrans" cxnId="{4310D8D0-6A15-4B9D-9F73-F1D6D22747A7}">
      <dgm:prSet/>
      <dgm:spPr/>
      <dgm:t>
        <a:bodyPr/>
        <a:lstStyle/>
        <a:p>
          <a:endParaRPr lang="en-US" sz="3600"/>
        </a:p>
      </dgm:t>
    </dgm:pt>
    <dgm:pt modelId="{EA2890D3-0B11-4D31-8A04-0D658A61A30A}" type="sibTrans" cxnId="{4310D8D0-6A15-4B9D-9F73-F1D6D22747A7}">
      <dgm:prSet/>
      <dgm:spPr/>
      <dgm:t>
        <a:bodyPr/>
        <a:lstStyle/>
        <a:p>
          <a:endParaRPr lang="en-US" sz="3600"/>
        </a:p>
      </dgm:t>
    </dgm:pt>
    <dgm:pt modelId="{7DD8CA1D-55DD-42F5-9760-188C041B8041}">
      <dgm:prSet custT="1"/>
      <dgm:spPr/>
      <dgm:t>
        <a:bodyPr/>
        <a:lstStyle/>
        <a:p>
          <a:endParaRPr lang="en-US" sz="2000" dirty="0"/>
        </a:p>
      </dgm:t>
    </dgm:pt>
    <dgm:pt modelId="{CC14CA49-7C50-4889-B164-0E7044127F5E}" type="parTrans" cxnId="{F28E964D-A3A0-4367-9595-C9124B1A9F01}">
      <dgm:prSet/>
      <dgm:spPr/>
      <dgm:t>
        <a:bodyPr/>
        <a:lstStyle/>
        <a:p>
          <a:endParaRPr lang="en-US" sz="3600"/>
        </a:p>
      </dgm:t>
    </dgm:pt>
    <dgm:pt modelId="{C1C47298-DAC9-458C-9D16-D75F530C4FDE}" type="sibTrans" cxnId="{F28E964D-A3A0-4367-9595-C9124B1A9F01}">
      <dgm:prSet/>
      <dgm:spPr/>
      <dgm:t>
        <a:bodyPr/>
        <a:lstStyle/>
        <a:p>
          <a:endParaRPr lang="en-US" sz="3600"/>
        </a:p>
      </dgm:t>
    </dgm:pt>
    <dgm:pt modelId="{081B50C8-4297-4D3A-9660-01379B1A33AE}">
      <dgm:prSet custT="1"/>
      <dgm:spPr/>
      <dgm:t>
        <a:bodyPr/>
        <a:lstStyle/>
        <a:p>
          <a:pPr>
            <a:defRPr b="1"/>
          </a:pPr>
          <a:r>
            <a:rPr lang="en-US" sz="2800" dirty="0"/>
            <a:t>Uses Pseudo – code</a:t>
          </a:r>
        </a:p>
      </dgm:t>
    </dgm:pt>
    <dgm:pt modelId="{0198D92E-13AD-4717-84BE-0EA85C84FD8D}" type="parTrans" cxnId="{5EDD1910-6364-4ECE-A2EC-A5003B37E9F1}">
      <dgm:prSet/>
      <dgm:spPr/>
      <dgm:t>
        <a:bodyPr/>
        <a:lstStyle/>
        <a:p>
          <a:endParaRPr lang="en-US" sz="3600"/>
        </a:p>
      </dgm:t>
    </dgm:pt>
    <dgm:pt modelId="{9CF92A8E-DBB9-402B-8108-9BCCC84655DF}" type="sibTrans" cxnId="{5EDD1910-6364-4ECE-A2EC-A5003B37E9F1}">
      <dgm:prSet/>
      <dgm:spPr/>
      <dgm:t>
        <a:bodyPr/>
        <a:lstStyle/>
        <a:p>
          <a:endParaRPr lang="en-US" sz="3600"/>
        </a:p>
      </dgm:t>
    </dgm:pt>
    <dgm:pt modelId="{972D586B-5AF5-4A06-9861-95374F9E09B3}">
      <dgm:prSet custT="1"/>
      <dgm:spPr/>
      <dgm:t>
        <a:bodyPr/>
        <a:lstStyle/>
        <a:p>
          <a:pPr>
            <a:defRPr b="1"/>
          </a:pPr>
          <a:r>
            <a:rPr lang="en-US" sz="2800"/>
            <a:t>Systematic approach</a:t>
          </a:r>
        </a:p>
      </dgm:t>
    </dgm:pt>
    <dgm:pt modelId="{561DFDFA-1E1B-498B-A602-4E227DC6C801}" type="parTrans" cxnId="{B4F5520B-1E2A-49C5-B233-60918253BFFB}">
      <dgm:prSet/>
      <dgm:spPr/>
      <dgm:t>
        <a:bodyPr/>
        <a:lstStyle/>
        <a:p>
          <a:endParaRPr lang="en-US" sz="3600"/>
        </a:p>
      </dgm:t>
    </dgm:pt>
    <dgm:pt modelId="{EF4BD445-34D8-47A2-8C0D-AE98617E5FA6}" type="sibTrans" cxnId="{B4F5520B-1E2A-49C5-B233-60918253BFFB}">
      <dgm:prSet/>
      <dgm:spPr/>
      <dgm:t>
        <a:bodyPr/>
        <a:lstStyle/>
        <a:p>
          <a:endParaRPr lang="en-US" sz="3600"/>
        </a:p>
      </dgm:t>
    </dgm:pt>
    <dgm:pt modelId="{AB13AC72-2DCD-4692-8480-60B7F2B4700D}">
      <dgm:prSet custT="1"/>
      <dgm:spPr/>
      <dgm:t>
        <a:bodyPr/>
        <a:lstStyle/>
        <a:p>
          <a:pPr>
            <a:defRPr b="1"/>
          </a:pPr>
          <a:r>
            <a:rPr lang="en-US" sz="2800"/>
            <a:t>Leads to predictable outcome</a:t>
          </a:r>
        </a:p>
      </dgm:t>
    </dgm:pt>
    <dgm:pt modelId="{4B2270F5-C62A-4BA0-B62B-435A593234AE}" type="parTrans" cxnId="{4FAB0C56-8E54-4FDB-AA8C-C2D47CBE68D1}">
      <dgm:prSet/>
      <dgm:spPr/>
      <dgm:t>
        <a:bodyPr/>
        <a:lstStyle/>
        <a:p>
          <a:endParaRPr lang="en-US" sz="3600"/>
        </a:p>
      </dgm:t>
    </dgm:pt>
    <dgm:pt modelId="{18F9FD9F-5029-4DAF-A992-8A4FAD586329}" type="sibTrans" cxnId="{4FAB0C56-8E54-4FDB-AA8C-C2D47CBE68D1}">
      <dgm:prSet/>
      <dgm:spPr/>
      <dgm:t>
        <a:bodyPr/>
        <a:lstStyle/>
        <a:p>
          <a:endParaRPr lang="en-US" sz="3600"/>
        </a:p>
      </dgm:t>
    </dgm:pt>
    <dgm:pt modelId="{038979C4-24D4-4596-BBAE-9C7CEDF32D91}" type="pres">
      <dgm:prSet presAssocID="{F3AA83C5-8532-4EF8-90CA-6A37DAAFFB49}" presName="root" presStyleCnt="0">
        <dgm:presLayoutVars>
          <dgm:dir/>
          <dgm:resizeHandles val="exact"/>
        </dgm:presLayoutVars>
      </dgm:prSet>
      <dgm:spPr/>
    </dgm:pt>
    <dgm:pt modelId="{D657E251-53FC-451E-B135-D32FDC71F076}" type="pres">
      <dgm:prSet presAssocID="{D6BF0734-40EE-42E8-BFAC-44D30E1BA484}" presName="compNode" presStyleCnt="0"/>
      <dgm:spPr/>
    </dgm:pt>
    <dgm:pt modelId="{1C66C1AF-FE10-46E1-ACE7-AAC368A22F9B}" type="pres">
      <dgm:prSet presAssocID="{D6BF0734-40EE-42E8-BFAC-44D30E1BA48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7885614-8DEF-4DDB-8659-7125D86C7D30}" type="pres">
      <dgm:prSet presAssocID="{D6BF0734-40EE-42E8-BFAC-44D30E1BA484}" presName="iconSpace" presStyleCnt="0"/>
      <dgm:spPr/>
    </dgm:pt>
    <dgm:pt modelId="{534749C5-3519-4738-B1E9-98F0A9FCE9F8}" type="pres">
      <dgm:prSet presAssocID="{D6BF0734-40EE-42E8-BFAC-44D30E1BA484}" presName="parTx" presStyleLbl="revTx" presStyleIdx="0" presStyleCnt="8">
        <dgm:presLayoutVars>
          <dgm:chMax val="0"/>
          <dgm:chPref val="0"/>
        </dgm:presLayoutVars>
      </dgm:prSet>
      <dgm:spPr/>
    </dgm:pt>
    <dgm:pt modelId="{EA19597C-F3B1-476A-80BA-D9E0F31FDD6F}" type="pres">
      <dgm:prSet presAssocID="{D6BF0734-40EE-42E8-BFAC-44D30E1BA484}" presName="txSpace" presStyleCnt="0"/>
      <dgm:spPr/>
    </dgm:pt>
    <dgm:pt modelId="{3CD1617C-8ACE-4F59-B3E4-ABBFD4973FD0}" type="pres">
      <dgm:prSet presAssocID="{D6BF0734-40EE-42E8-BFAC-44D30E1BA484}" presName="desTx" presStyleLbl="revTx" presStyleIdx="1" presStyleCnt="8">
        <dgm:presLayoutVars/>
      </dgm:prSet>
      <dgm:spPr/>
    </dgm:pt>
    <dgm:pt modelId="{691FA7F0-FB09-42C9-A414-5865F7A35167}" type="pres">
      <dgm:prSet presAssocID="{EA2890D3-0B11-4D31-8A04-0D658A61A30A}" presName="sibTrans" presStyleCnt="0"/>
      <dgm:spPr/>
    </dgm:pt>
    <dgm:pt modelId="{4A193AD3-900E-471D-82B5-74840F54AF3B}" type="pres">
      <dgm:prSet presAssocID="{081B50C8-4297-4D3A-9660-01379B1A33AE}" presName="compNode" presStyleCnt="0"/>
      <dgm:spPr/>
    </dgm:pt>
    <dgm:pt modelId="{B72527C1-7AB7-4504-8A7B-10CE22937099}" type="pres">
      <dgm:prSet presAssocID="{081B50C8-4297-4D3A-9660-01379B1A33A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DCC9D60-A17F-48B5-999A-961C21603A9D}" type="pres">
      <dgm:prSet presAssocID="{081B50C8-4297-4D3A-9660-01379B1A33AE}" presName="iconSpace" presStyleCnt="0"/>
      <dgm:spPr/>
    </dgm:pt>
    <dgm:pt modelId="{694E1580-FA25-4484-8D5E-E297CAD238AE}" type="pres">
      <dgm:prSet presAssocID="{081B50C8-4297-4D3A-9660-01379B1A33AE}" presName="parTx" presStyleLbl="revTx" presStyleIdx="2" presStyleCnt="8">
        <dgm:presLayoutVars>
          <dgm:chMax val="0"/>
          <dgm:chPref val="0"/>
        </dgm:presLayoutVars>
      </dgm:prSet>
      <dgm:spPr/>
    </dgm:pt>
    <dgm:pt modelId="{0D6DC684-F461-46C9-8497-ECC3A742FBA5}" type="pres">
      <dgm:prSet presAssocID="{081B50C8-4297-4D3A-9660-01379B1A33AE}" presName="txSpace" presStyleCnt="0"/>
      <dgm:spPr/>
    </dgm:pt>
    <dgm:pt modelId="{E3E6AFC3-3B07-43FD-876B-0D82BEE6B52E}" type="pres">
      <dgm:prSet presAssocID="{081B50C8-4297-4D3A-9660-01379B1A33AE}" presName="desTx" presStyleLbl="revTx" presStyleIdx="3" presStyleCnt="8">
        <dgm:presLayoutVars/>
      </dgm:prSet>
      <dgm:spPr/>
    </dgm:pt>
    <dgm:pt modelId="{DDE6139E-91AF-4D4E-9058-E3FA7C0D1FE6}" type="pres">
      <dgm:prSet presAssocID="{9CF92A8E-DBB9-402B-8108-9BCCC84655DF}" presName="sibTrans" presStyleCnt="0"/>
      <dgm:spPr/>
    </dgm:pt>
    <dgm:pt modelId="{97BF7FF2-5ABF-4BAB-ABEB-751E4AC956DB}" type="pres">
      <dgm:prSet presAssocID="{972D586B-5AF5-4A06-9861-95374F9E09B3}" presName="compNode" presStyleCnt="0"/>
      <dgm:spPr/>
    </dgm:pt>
    <dgm:pt modelId="{1D08F8D0-F938-4D67-9BB7-88FDFF4488FD}" type="pres">
      <dgm:prSet presAssocID="{972D586B-5AF5-4A06-9861-95374F9E09B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0D9AD8A-EAE5-4BA8-BAFF-0D97D82AA105}" type="pres">
      <dgm:prSet presAssocID="{972D586B-5AF5-4A06-9861-95374F9E09B3}" presName="iconSpace" presStyleCnt="0"/>
      <dgm:spPr/>
    </dgm:pt>
    <dgm:pt modelId="{EE054805-E27E-4FC6-8A95-6F88361328F1}" type="pres">
      <dgm:prSet presAssocID="{972D586B-5AF5-4A06-9861-95374F9E09B3}" presName="parTx" presStyleLbl="revTx" presStyleIdx="4" presStyleCnt="8">
        <dgm:presLayoutVars>
          <dgm:chMax val="0"/>
          <dgm:chPref val="0"/>
        </dgm:presLayoutVars>
      </dgm:prSet>
      <dgm:spPr/>
    </dgm:pt>
    <dgm:pt modelId="{66F0D84D-1131-48AB-99BB-C3E0AE2D6854}" type="pres">
      <dgm:prSet presAssocID="{972D586B-5AF5-4A06-9861-95374F9E09B3}" presName="txSpace" presStyleCnt="0"/>
      <dgm:spPr/>
    </dgm:pt>
    <dgm:pt modelId="{BF2EBCD7-405C-4E9F-81FB-FE5B50B3C052}" type="pres">
      <dgm:prSet presAssocID="{972D586B-5AF5-4A06-9861-95374F9E09B3}" presName="desTx" presStyleLbl="revTx" presStyleIdx="5" presStyleCnt="8">
        <dgm:presLayoutVars/>
      </dgm:prSet>
      <dgm:spPr/>
    </dgm:pt>
    <dgm:pt modelId="{8090835D-5A7C-45DB-8EC6-47374A451CF1}" type="pres">
      <dgm:prSet presAssocID="{EF4BD445-34D8-47A2-8C0D-AE98617E5FA6}" presName="sibTrans" presStyleCnt="0"/>
      <dgm:spPr/>
    </dgm:pt>
    <dgm:pt modelId="{FED87612-628D-409E-84FE-B299C8210BF5}" type="pres">
      <dgm:prSet presAssocID="{AB13AC72-2DCD-4692-8480-60B7F2B4700D}" presName="compNode" presStyleCnt="0"/>
      <dgm:spPr/>
    </dgm:pt>
    <dgm:pt modelId="{12842193-C5C1-4DC0-A88E-C109B7A5DC3D}" type="pres">
      <dgm:prSet presAssocID="{AB13AC72-2DCD-4692-8480-60B7F2B4700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CBBF3C6-7AB0-46B9-9602-A2067EBFFBEB}" type="pres">
      <dgm:prSet presAssocID="{AB13AC72-2DCD-4692-8480-60B7F2B4700D}" presName="iconSpace" presStyleCnt="0"/>
      <dgm:spPr/>
    </dgm:pt>
    <dgm:pt modelId="{E3FB5500-1223-48E9-8AB9-04A6ACFB2E46}" type="pres">
      <dgm:prSet presAssocID="{AB13AC72-2DCD-4692-8480-60B7F2B4700D}" presName="parTx" presStyleLbl="revTx" presStyleIdx="6" presStyleCnt="8">
        <dgm:presLayoutVars>
          <dgm:chMax val="0"/>
          <dgm:chPref val="0"/>
        </dgm:presLayoutVars>
      </dgm:prSet>
      <dgm:spPr/>
    </dgm:pt>
    <dgm:pt modelId="{BDAE9D2B-442D-4FC7-AC7E-0200D98382FF}" type="pres">
      <dgm:prSet presAssocID="{AB13AC72-2DCD-4692-8480-60B7F2B4700D}" presName="txSpace" presStyleCnt="0"/>
      <dgm:spPr/>
    </dgm:pt>
    <dgm:pt modelId="{0BECCEBC-6208-4D6A-B5D1-BEB648176E43}" type="pres">
      <dgm:prSet presAssocID="{AB13AC72-2DCD-4692-8480-60B7F2B4700D}" presName="desTx" presStyleLbl="revTx" presStyleIdx="7" presStyleCnt="8">
        <dgm:presLayoutVars/>
      </dgm:prSet>
      <dgm:spPr/>
    </dgm:pt>
  </dgm:ptLst>
  <dgm:cxnLst>
    <dgm:cxn modelId="{B4F5520B-1E2A-49C5-B233-60918253BFFB}" srcId="{F3AA83C5-8532-4EF8-90CA-6A37DAAFFB49}" destId="{972D586B-5AF5-4A06-9861-95374F9E09B3}" srcOrd="2" destOrd="0" parTransId="{561DFDFA-1E1B-498B-A602-4E227DC6C801}" sibTransId="{EF4BD445-34D8-47A2-8C0D-AE98617E5FA6}"/>
    <dgm:cxn modelId="{5EDD1910-6364-4ECE-A2EC-A5003B37E9F1}" srcId="{F3AA83C5-8532-4EF8-90CA-6A37DAAFFB49}" destId="{081B50C8-4297-4D3A-9660-01379B1A33AE}" srcOrd="1" destOrd="0" parTransId="{0198D92E-13AD-4717-84BE-0EA85C84FD8D}" sibTransId="{9CF92A8E-DBB9-402B-8108-9BCCC84655DF}"/>
    <dgm:cxn modelId="{03D44560-F997-4CAF-BBC7-79BF3AABD665}" type="presOf" srcId="{F3AA83C5-8532-4EF8-90CA-6A37DAAFFB49}" destId="{038979C4-24D4-4596-BBAE-9C7CEDF32D91}" srcOrd="0" destOrd="0" presId="urn:microsoft.com/office/officeart/2018/2/layout/IconLabelDescriptionList"/>
    <dgm:cxn modelId="{F28E964D-A3A0-4367-9595-C9124B1A9F01}" srcId="{D6BF0734-40EE-42E8-BFAC-44D30E1BA484}" destId="{7DD8CA1D-55DD-42F5-9760-188C041B8041}" srcOrd="0" destOrd="0" parTransId="{CC14CA49-7C50-4889-B164-0E7044127F5E}" sibTransId="{C1C47298-DAC9-458C-9D16-D75F530C4FDE}"/>
    <dgm:cxn modelId="{4FAB0C56-8E54-4FDB-AA8C-C2D47CBE68D1}" srcId="{F3AA83C5-8532-4EF8-90CA-6A37DAAFFB49}" destId="{AB13AC72-2DCD-4692-8480-60B7F2B4700D}" srcOrd="3" destOrd="0" parTransId="{4B2270F5-C62A-4BA0-B62B-435A593234AE}" sibTransId="{18F9FD9F-5029-4DAF-A992-8A4FAD586329}"/>
    <dgm:cxn modelId="{D647D988-BE34-49FE-9C02-ED69A06606E1}" type="presOf" srcId="{AB13AC72-2DCD-4692-8480-60B7F2B4700D}" destId="{E3FB5500-1223-48E9-8AB9-04A6ACFB2E46}" srcOrd="0" destOrd="0" presId="urn:microsoft.com/office/officeart/2018/2/layout/IconLabelDescriptionList"/>
    <dgm:cxn modelId="{ED9D3495-6EA3-4240-A492-7F75FF48D4F3}" type="presOf" srcId="{7DD8CA1D-55DD-42F5-9760-188C041B8041}" destId="{3CD1617C-8ACE-4F59-B3E4-ABBFD4973FD0}" srcOrd="0" destOrd="0" presId="urn:microsoft.com/office/officeart/2018/2/layout/IconLabelDescriptionList"/>
    <dgm:cxn modelId="{EF37CCC6-841C-457F-9428-9F91EA087F3D}" type="presOf" srcId="{081B50C8-4297-4D3A-9660-01379B1A33AE}" destId="{694E1580-FA25-4484-8D5E-E297CAD238AE}" srcOrd="0" destOrd="0" presId="urn:microsoft.com/office/officeart/2018/2/layout/IconLabelDescriptionList"/>
    <dgm:cxn modelId="{50A3C6CB-1083-4CA8-9739-A5DDB0BF7A43}" type="presOf" srcId="{D6BF0734-40EE-42E8-BFAC-44D30E1BA484}" destId="{534749C5-3519-4738-B1E9-98F0A9FCE9F8}" srcOrd="0" destOrd="0" presId="urn:microsoft.com/office/officeart/2018/2/layout/IconLabelDescriptionList"/>
    <dgm:cxn modelId="{4310D8D0-6A15-4B9D-9F73-F1D6D22747A7}" srcId="{F3AA83C5-8532-4EF8-90CA-6A37DAAFFB49}" destId="{D6BF0734-40EE-42E8-BFAC-44D30E1BA484}" srcOrd="0" destOrd="0" parTransId="{02ED9A59-C407-4F1D-BD6A-7932CA8406D6}" sibTransId="{EA2890D3-0B11-4D31-8A04-0D658A61A30A}"/>
    <dgm:cxn modelId="{884073DF-AEDB-4517-A4D1-24A972C91726}" type="presOf" srcId="{972D586B-5AF5-4A06-9861-95374F9E09B3}" destId="{EE054805-E27E-4FC6-8A95-6F88361328F1}" srcOrd="0" destOrd="0" presId="urn:microsoft.com/office/officeart/2018/2/layout/IconLabelDescriptionList"/>
    <dgm:cxn modelId="{1F7D21CF-CA4C-4231-BED9-D33B0348C72D}" type="presParOf" srcId="{038979C4-24D4-4596-BBAE-9C7CEDF32D91}" destId="{D657E251-53FC-451E-B135-D32FDC71F076}" srcOrd="0" destOrd="0" presId="urn:microsoft.com/office/officeart/2018/2/layout/IconLabelDescriptionList"/>
    <dgm:cxn modelId="{B4847308-5CA5-4B21-8AE4-6101358C0132}" type="presParOf" srcId="{D657E251-53FC-451E-B135-D32FDC71F076}" destId="{1C66C1AF-FE10-46E1-ACE7-AAC368A22F9B}" srcOrd="0" destOrd="0" presId="urn:microsoft.com/office/officeart/2018/2/layout/IconLabelDescriptionList"/>
    <dgm:cxn modelId="{5276B2BF-AF9A-458C-8EFC-B86138DB7577}" type="presParOf" srcId="{D657E251-53FC-451E-B135-D32FDC71F076}" destId="{17885614-8DEF-4DDB-8659-7125D86C7D30}" srcOrd="1" destOrd="0" presId="urn:microsoft.com/office/officeart/2018/2/layout/IconLabelDescriptionList"/>
    <dgm:cxn modelId="{EA05F937-D241-4A72-B1EF-25311996C3A2}" type="presParOf" srcId="{D657E251-53FC-451E-B135-D32FDC71F076}" destId="{534749C5-3519-4738-B1E9-98F0A9FCE9F8}" srcOrd="2" destOrd="0" presId="urn:microsoft.com/office/officeart/2018/2/layout/IconLabelDescriptionList"/>
    <dgm:cxn modelId="{FF462967-78D3-4744-8D60-F56EEE9576A9}" type="presParOf" srcId="{D657E251-53FC-451E-B135-D32FDC71F076}" destId="{EA19597C-F3B1-476A-80BA-D9E0F31FDD6F}" srcOrd="3" destOrd="0" presId="urn:microsoft.com/office/officeart/2018/2/layout/IconLabelDescriptionList"/>
    <dgm:cxn modelId="{6A7B7C00-FE0E-4C72-97D7-1AC2829CC523}" type="presParOf" srcId="{D657E251-53FC-451E-B135-D32FDC71F076}" destId="{3CD1617C-8ACE-4F59-B3E4-ABBFD4973FD0}" srcOrd="4" destOrd="0" presId="urn:microsoft.com/office/officeart/2018/2/layout/IconLabelDescriptionList"/>
    <dgm:cxn modelId="{40AF5322-CDD3-42D5-8771-1248B3B3F164}" type="presParOf" srcId="{038979C4-24D4-4596-BBAE-9C7CEDF32D91}" destId="{691FA7F0-FB09-42C9-A414-5865F7A35167}" srcOrd="1" destOrd="0" presId="urn:microsoft.com/office/officeart/2018/2/layout/IconLabelDescriptionList"/>
    <dgm:cxn modelId="{C54EEBD9-3F25-4ACA-A59A-BC2162667177}" type="presParOf" srcId="{038979C4-24D4-4596-BBAE-9C7CEDF32D91}" destId="{4A193AD3-900E-471D-82B5-74840F54AF3B}" srcOrd="2" destOrd="0" presId="urn:microsoft.com/office/officeart/2018/2/layout/IconLabelDescriptionList"/>
    <dgm:cxn modelId="{A5033BBC-69C3-46E3-8903-BA4D7E9BD88F}" type="presParOf" srcId="{4A193AD3-900E-471D-82B5-74840F54AF3B}" destId="{B72527C1-7AB7-4504-8A7B-10CE22937099}" srcOrd="0" destOrd="0" presId="urn:microsoft.com/office/officeart/2018/2/layout/IconLabelDescriptionList"/>
    <dgm:cxn modelId="{5C269CB2-A08F-46BE-A952-2A664815FD91}" type="presParOf" srcId="{4A193AD3-900E-471D-82B5-74840F54AF3B}" destId="{FDCC9D60-A17F-48B5-999A-961C21603A9D}" srcOrd="1" destOrd="0" presId="urn:microsoft.com/office/officeart/2018/2/layout/IconLabelDescriptionList"/>
    <dgm:cxn modelId="{198250D7-4509-46D8-B094-80040EAC8262}" type="presParOf" srcId="{4A193AD3-900E-471D-82B5-74840F54AF3B}" destId="{694E1580-FA25-4484-8D5E-E297CAD238AE}" srcOrd="2" destOrd="0" presId="urn:microsoft.com/office/officeart/2018/2/layout/IconLabelDescriptionList"/>
    <dgm:cxn modelId="{670CC962-9B42-4EE4-9220-ECEE91101310}" type="presParOf" srcId="{4A193AD3-900E-471D-82B5-74840F54AF3B}" destId="{0D6DC684-F461-46C9-8497-ECC3A742FBA5}" srcOrd="3" destOrd="0" presId="urn:microsoft.com/office/officeart/2018/2/layout/IconLabelDescriptionList"/>
    <dgm:cxn modelId="{A307F2CB-20AA-4877-9B16-474CD5CEFD3C}" type="presParOf" srcId="{4A193AD3-900E-471D-82B5-74840F54AF3B}" destId="{E3E6AFC3-3B07-43FD-876B-0D82BEE6B52E}" srcOrd="4" destOrd="0" presId="urn:microsoft.com/office/officeart/2018/2/layout/IconLabelDescriptionList"/>
    <dgm:cxn modelId="{CBCC3FBC-AF0F-4FA3-83A5-7E4AAC327465}" type="presParOf" srcId="{038979C4-24D4-4596-BBAE-9C7CEDF32D91}" destId="{DDE6139E-91AF-4D4E-9058-E3FA7C0D1FE6}" srcOrd="3" destOrd="0" presId="urn:microsoft.com/office/officeart/2018/2/layout/IconLabelDescriptionList"/>
    <dgm:cxn modelId="{0C9EB531-32E1-4FA5-A2A9-F90E37A683FE}" type="presParOf" srcId="{038979C4-24D4-4596-BBAE-9C7CEDF32D91}" destId="{97BF7FF2-5ABF-4BAB-ABEB-751E4AC956DB}" srcOrd="4" destOrd="0" presId="urn:microsoft.com/office/officeart/2018/2/layout/IconLabelDescriptionList"/>
    <dgm:cxn modelId="{37E84535-1BBE-441B-AAAB-138951D67261}" type="presParOf" srcId="{97BF7FF2-5ABF-4BAB-ABEB-751E4AC956DB}" destId="{1D08F8D0-F938-4D67-9BB7-88FDFF4488FD}" srcOrd="0" destOrd="0" presId="urn:microsoft.com/office/officeart/2018/2/layout/IconLabelDescriptionList"/>
    <dgm:cxn modelId="{E16B0DEB-768C-43CF-A37C-573598E01DF6}" type="presParOf" srcId="{97BF7FF2-5ABF-4BAB-ABEB-751E4AC956DB}" destId="{C0D9AD8A-EAE5-4BA8-BAFF-0D97D82AA105}" srcOrd="1" destOrd="0" presId="urn:microsoft.com/office/officeart/2018/2/layout/IconLabelDescriptionList"/>
    <dgm:cxn modelId="{8267FC89-7A27-473C-AA0A-63CD11E825D8}" type="presParOf" srcId="{97BF7FF2-5ABF-4BAB-ABEB-751E4AC956DB}" destId="{EE054805-E27E-4FC6-8A95-6F88361328F1}" srcOrd="2" destOrd="0" presId="urn:microsoft.com/office/officeart/2018/2/layout/IconLabelDescriptionList"/>
    <dgm:cxn modelId="{9129DA00-EE92-4255-B03C-8BABA072FCE4}" type="presParOf" srcId="{97BF7FF2-5ABF-4BAB-ABEB-751E4AC956DB}" destId="{66F0D84D-1131-48AB-99BB-C3E0AE2D6854}" srcOrd="3" destOrd="0" presId="urn:microsoft.com/office/officeart/2018/2/layout/IconLabelDescriptionList"/>
    <dgm:cxn modelId="{434E99D0-68DC-464A-A677-BD05A7891599}" type="presParOf" srcId="{97BF7FF2-5ABF-4BAB-ABEB-751E4AC956DB}" destId="{BF2EBCD7-405C-4E9F-81FB-FE5B50B3C052}" srcOrd="4" destOrd="0" presId="urn:microsoft.com/office/officeart/2018/2/layout/IconLabelDescriptionList"/>
    <dgm:cxn modelId="{68BA0A4A-8A1A-4770-B632-CC2BE24A302B}" type="presParOf" srcId="{038979C4-24D4-4596-BBAE-9C7CEDF32D91}" destId="{8090835D-5A7C-45DB-8EC6-47374A451CF1}" srcOrd="5" destOrd="0" presId="urn:microsoft.com/office/officeart/2018/2/layout/IconLabelDescriptionList"/>
    <dgm:cxn modelId="{79C5EA7A-5CA8-412B-BBF2-9D1937FD796A}" type="presParOf" srcId="{038979C4-24D4-4596-BBAE-9C7CEDF32D91}" destId="{FED87612-628D-409E-84FE-B299C8210BF5}" srcOrd="6" destOrd="0" presId="urn:microsoft.com/office/officeart/2018/2/layout/IconLabelDescriptionList"/>
    <dgm:cxn modelId="{BE5FA046-3D8A-4778-99DE-8F632D95E6EF}" type="presParOf" srcId="{FED87612-628D-409E-84FE-B299C8210BF5}" destId="{12842193-C5C1-4DC0-A88E-C109B7A5DC3D}" srcOrd="0" destOrd="0" presId="urn:microsoft.com/office/officeart/2018/2/layout/IconLabelDescriptionList"/>
    <dgm:cxn modelId="{34F8BA47-55FD-496D-A01F-624D1A4AA16F}" type="presParOf" srcId="{FED87612-628D-409E-84FE-B299C8210BF5}" destId="{7CBBF3C6-7AB0-46B9-9602-A2067EBFFBEB}" srcOrd="1" destOrd="0" presId="urn:microsoft.com/office/officeart/2018/2/layout/IconLabelDescriptionList"/>
    <dgm:cxn modelId="{CAA3C9C8-1159-476D-A581-CAD05D6265C5}" type="presParOf" srcId="{FED87612-628D-409E-84FE-B299C8210BF5}" destId="{E3FB5500-1223-48E9-8AB9-04A6ACFB2E46}" srcOrd="2" destOrd="0" presId="urn:microsoft.com/office/officeart/2018/2/layout/IconLabelDescriptionList"/>
    <dgm:cxn modelId="{E5190CCA-C248-4A0C-8974-70E1E594A9B7}" type="presParOf" srcId="{FED87612-628D-409E-84FE-B299C8210BF5}" destId="{BDAE9D2B-442D-4FC7-AC7E-0200D98382FF}" srcOrd="3" destOrd="0" presId="urn:microsoft.com/office/officeart/2018/2/layout/IconLabelDescriptionList"/>
    <dgm:cxn modelId="{A1C821E4-9287-4E3A-8634-AE8FD06BB209}" type="presParOf" srcId="{FED87612-628D-409E-84FE-B299C8210BF5}" destId="{0BECCEBC-6208-4D6A-B5D1-BEB648176E4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F38F0A-2D04-4C24-B923-62349047491F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8D1FD3-8442-478E-8D16-501BE37BD5FD}">
      <dgm:prSet/>
      <dgm:spPr/>
      <dgm:t>
        <a:bodyPr/>
        <a:lstStyle/>
        <a:p>
          <a:r>
            <a:rPr lang="en-US" b="1" i="0" dirty="0"/>
            <a:t>Center Point:</a:t>
          </a:r>
          <a:r>
            <a:rPr lang="en-US" b="0" i="0" dirty="0"/>
            <a:t> Define a </a:t>
          </a:r>
          <a:r>
            <a:rPr lang="en-US" b="0" i="0" dirty="0" err="1"/>
            <a:t>centre</a:t>
          </a:r>
          <a:r>
            <a:rPr lang="en-US" b="0" i="0" dirty="0"/>
            <a:t> point. </a:t>
          </a:r>
          <a:r>
            <a:rPr lang="en-CA" b="0" i="0" dirty="0"/>
            <a:t>✔</a:t>
          </a:r>
          <a:endParaRPr lang="en-US" dirty="0"/>
        </a:p>
      </dgm:t>
    </dgm:pt>
    <dgm:pt modelId="{937616AC-B437-4284-920C-15248784E69A}" type="parTrans" cxnId="{D5C24D24-6536-4C95-BCE4-A3CCA4FFC3A9}">
      <dgm:prSet/>
      <dgm:spPr/>
      <dgm:t>
        <a:bodyPr/>
        <a:lstStyle/>
        <a:p>
          <a:endParaRPr lang="en-US"/>
        </a:p>
      </dgm:t>
    </dgm:pt>
    <dgm:pt modelId="{E4B8E75E-2CA4-42BD-97CF-B19348BBE292}" type="sibTrans" cxnId="{D5C24D24-6536-4C95-BCE4-A3CCA4FFC3A9}">
      <dgm:prSet/>
      <dgm:spPr/>
      <dgm:t>
        <a:bodyPr/>
        <a:lstStyle/>
        <a:p>
          <a:endParaRPr lang="en-US"/>
        </a:p>
      </dgm:t>
    </dgm:pt>
    <dgm:pt modelId="{2EEC9E03-1182-4D46-B87D-86A1E23F4D62}">
      <dgm:prSet/>
      <dgm:spPr/>
      <dgm:t>
        <a:bodyPr/>
        <a:lstStyle/>
        <a:p>
          <a:r>
            <a:rPr lang="en-US" b="1" i="0" dirty="0"/>
            <a:t>Radial Lines:</a:t>
          </a:r>
          <a:r>
            <a:rPr lang="en-US" b="0" i="0" dirty="0"/>
            <a:t> Draw a line, rotate 360/(number of lines) and repeat ?</a:t>
          </a:r>
          <a:endParaRPr lang="en-US" dirty="0"/>
        </a:p>
      </dgm:t>
    </dgm:pt>
    <dgm:pt modelId="{D6822B80-9E0F-4D17-9A50-9DF6E76695EE}" type="parTrans" cxnId="{BF444113-FB5C-450C-9188-470E623BEF6A}">
      <dgm:prSet/>
      <dgm:spPr/>
      <dgm:t>
        <a:bodyPr/>
        <a:lstStyle/>
        <a:p>
          <a:endParaRPr lang="en-CA"/>
        </a:p>
      </dgm:t>
    </dgm:pt>
    <dgm:pt modelId="{16E6C00E-7436-4980-A396-AB4C94994D76}" type="sibTrans" cxnId="{BF444113-FB5C-450C-9188-470E623BEF6A}">
      <dgm:prSet/>
      <dgm:spPr/>
      <dgm:t>
        <a:bodyPr/>
        <a:lstStyle/>
        <a:p>
          <a:endParaRPr lang="en-CA"/>
        </a:p>
      </dgm:t>
    </dgm:pt>
    <dgm:pt modelId="{184F2CC8-B816-4C05-8166-AEEA3A29064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Circle Boundary:</a:t>
          </a:r>
          <a:r>
            <a:rPr lang="en-US" b="0" i="0" dirty="0"/>
            <a:t> Defined by the x and y distance from the </a:t>
          </a:r>
          <a:r>
            <a:rPr lang="en-US" b="0" i="0" dirty="0" err="1"/>
            <a:t>centre</a:t>
          </a:r>
          <a:r>
            <a:rPr lang="en-US" b="0" i="0" dirty="0"/>
            <a:t> point for the end of the line ?</a:t>
          </a:r>
        </a:p>
      </dgm:t>
    </dgm:pt>
    <dgm:pt modelId="{A7F9E814-237C-4054-A530-42FC0670457B}" type="parTrans" cxnId="{870B5393-BE2A-4990-BB0F-91266DDCBD9B}">
      <dgm:prSet/>
      <dgm:spPr/>
      <dgm:t>
        <a:bodyPr/>
        <a:lstStyle/>
        <a:p>
          <a:endParaRPr lang="en-CA"/>
        </a:p>
      </dgm:t>
    </dgm:pt>
    <dgm:pt modelId="{58E6A41E-26FD-4142-8222-0F17EC96739C}" type="sibTrans" cxnId="{870B5393-BE2A-4990-BB0F-91266DDCBD9B}">
      <dgm:prSet/>
      <dgm:spPr/>
      <dgm:t>
        <a:bodyPr/>
        <a:lstStyle/>
        <a:p>
          <a:endParaRPr lang="en-CA"/>
        </a:p>
      </dgm:t>
    </dgm:pt>
    <dgm:pt modelId="{1568817D-A636-4BB5-B3C0-6A4EE473B9E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Two Parallel Lines:</a:t>
          </a:r>
          <a:r>
            <a:rPr lang="en-US" b="0" i="0" dirty="0"/>
            <a:t> Fixed distance apart, vertical orientation </a:t>
          </a:r>
          <a:r>
            <a:rPr lang="en-CA" b="0" i="0" dirty="0"/>
            <a:t>✔</a:t>
          </a:r>
          <a:endParaRPr lang="en-US" b="0" i="0" dirty="0"/>
        </a:p>
      </dgm:t>
    </dgm:pt>
    <dgm:pt modelId="{9F5588BF-A5B1-4018-9300-CA8B2BF5B4D6}" type="parTrans" cxnId="{BB661FD7-6E7D-4657-8957-F3FA1AF98B47}">
      <dgm:prSet/>
      <dgm:spPr/>
      <dgm:t>
        <a:bodyPr/>
        <a:lstStyle/>
        <a:p>
          <a:endParaRPr lang="en-CA"/>
        </a:p>
      </dgm:t>
    </dgm:pt>
    <dgm:pt modelId="{8E03AEBB-26D4-44D2-B687-81D17D90F800}" type="sibTrans" cxnId="{BB661FD7-6E7D-4657-8957-F3FA1AF98B47}">
      <dgm:prSet/>
      <dgm:spPr/>
      <dgm:t>
        <a:bodyPr/>
        <a:lstStyle/>
        <a:p>
          <a:endParaRPr lang="en-CA"/>
        </a:p>
      </dgm:t>
    </dgm:pt>
    <dgm:pt modelId="{BEC07376-6E49-4791-B773-8604DE75299F}" type="pres">
      <dgm:prSet presAssocID="{3BF38F0A-2D04-4C24-B923-62349047491F}" presName="vert0" presStyleCnt="0">
        <dgm:presLayoutVars>
          <dgm:dir/>
          <dgm:animOne val="branch"/>
          <dgm:animLvl val="lvl"/>
        </dgm:presLayoutVars>
      </dgm:prSet>
      <dgm:spPr/>
    </dgm:pt>
    <dgm:pt modelId="{15820EE6-97C6-4178-84C2-0C8C0EE284EE}" type="pres">
      <dgm:prSet presAssocID="{768D1FD3-8442-478E-8D16-501BE37BD5FD}" presName="thickLine" presStyleLbl="alignNode1" presStyleIdx="0" presStyleCnt="4"/>
      <dgm:spPr/>
    </dgm:pt>
    <dgm:pt modelId="{CEFEB997-F521-454C-8C93-28C02A592458}" type="pres">
      <dgm:prSet presAssocID="{768D1FD3-8442-478E-8D16-501BE37BD5FD}" presName="horz1" presStyleCnt="0"/>
      <dgm:spPr/>
    </dgm:pt>
    <dgm:pt modelId="{44DAFCFE-6F97-427F-B203-45D2D4CC4CAB}" type="pres">
      <dgm:prSet presAssocID="{768D1FD3-8442-478E-8D16-501BE37BD5FD}" presName="tx1" presStyleLbl="revTx" presStyleIdx="0" presStyleCnt="4"/>
      <dgm:spPr/>
    </dgm:pt>
    <dgm:pt modelId="{D5EF3AD3-B309-4A15-9B68-D762C28437EA}" type="pres">
      <dgm:prSet presAssocID="{768D1FD3-8442-478E-8D16-501BE37BD5FD}" presName="vert1" presStyleCnt="0"/>
      <dgm:spPr/>
    </dgm:pt>
    <dgm:pt modelId="{8D258FF1-6F2E-40D1-9776-B273DDFAA68D}" type="pres">
      <dgm:prSet presAssocID="{2EEC9E03-1182-4D46-B87D-86A1E23F4D62}" presName="thickLine" presStyleLbl="alignNode1" presStyleIdx="1" presStyleCnt="4"/>
      <dgm:spPr/>
    </dgm:pt>
    <dgm:pt modelId="{DC4C7582-8E3A-4BD9-9A6D-6D8F58D22D5A}" type="pres">
      <dgm:prSet presAssocID="{2EEC9E03-1182-4D46-B87D-86A1E23F4D62}" presName="horz1" presStyleCnt="0"/>
      <dgm:spPr/>
    </dgm:pt>
    <dgm:pt modelId="{37E1E6FA-11C2-4379-AF9A-58FA8FC8E175}" type="pres">
      <dgm:prSet presAssocID="{2EEC9E03-1182-4D46-B87D-86A1E23F4D62}" presName="tx1" presStyleLbl="revTx" presStyleIdx="1" presStyleCnt="4"/>
      <dgm:spPr/>
    </dgm:pt>
    <dgm:pt modelId="{04603F45-A6E9-4B03-B60F-5D54412015C9}" type="pres">
      <dgm:prSet presAssocID="{2EEC9E03-1182-4D46-B87D-86A1E23F4D62}" presName="vert1" presStyleCnt="0"/>
      <dgm:spPr/>
    </dgm:pt>
    <dgm:pt modelId="{2A9AF28B-8156-42D8-A30B-1CE3242B08D9}" type="pres">
      <dgm:prSet presAssocID="{184F2CC8-B816-4C05-8166-AEEA3A290647}" presName="thickLine" presStyleLbl="alignNode1" presStyleIdx="2" presStyleCnt="4"/>
      <dgm:spPr/>
    </dgm:pt>
    <dgm:pt modelId="{40C52EB4-FB02-4482-8A48-9C7925591698}" type="pres">
      <dgm:prSet presAssocID="{184F2CC8-B816-4C05-8166-AEEA3A290647}" presName="horz1" presStyleCnt="0"/>
      <dgm:spPr/>
    </dgm:pt>
    <dgm:pt modelId="{31C6916B-02D0-4281-9B18-B9F08578D678}" type="pres">
      <dgm:prSet presAssocID="{184F2CC8-B816-4C05-8166-AEEA3A290647}" presName="tx1" presStyleLbl="revTx" presStyleIdx="2" presStyleCnt="4"/>
      <dgm:spPr/>
    </dgm:pt>
    <dgm:pt modelId="{0B7C0EDA-E9E4-46B4-96C9-86E5A8088E72}" type="pres">
      <dgm:prSet presAssocID="{184F2CC8-B816-4C05-8166-AEEA3A290647}" presName="vert1" presStyleCnt="0"/>
      <dgm:spPr/>
    </dgm:pt>
    <dgm:pt modelId="{85FDBB38-2BBE-492E-AF2A-2A1B7A219EB5}" type="pres">
      <dgm:prSet presAssocID="{1568817D-A636-4BB5-B3C0-6A4EE473B9ED}" presName="thickLine" presStyleLbl="alignNode1" presStyleIdx="3" presStyleCnt="4"/>
      <dgm:spPr/>
    </dgm:pt>
    <dgm:pt modelId="{5240DA42-05EF-44ED-A9C9-473D88786FB8}" type="pres">
      <dgm:prSet presAssocID="{1568817D-A636-4BB5-B3C0-6A4EE473B9ED}" presName="horz1" presStyleCnt="0"/>
      <dgm:spPr/>
    </dgm:pt>
    <dgm:pt modelId="{0280D537-8570-49EE-8763-75585ABDA0DD}" type="pres">
      <dgm:prSet presAssocID="{1568817D-A636-4BB5-B3C0-6A4EE473B9ED}" presName="tx1" presStyleLbl="revTx" presStyleIdx="3" presStyleCnt="4"/>
      <dgm:spPr/>
    </dgm:pt>
    <dgm:pt modelId="{819FC247-9F68-4A6E-B566-40470B3F8E08}" type="pres">
      <dgm:prSet presAssocID="{1568817D-A636-4BB5-B3C0-6A4EE473B9ED}" presName="vert1" presStyleCnt="0"/>
      <dgm:spPr/>
    </dgm:pt>
  </dgm:ptLst>
  <dgm:cxnLst>
    <dgm:cxn modelId="{7267FB0B-53C3-48EA-AFF9-4282C1687C57}" type="presOf" srcId="{1568817D-A636-4BB5-B3C0-6A4EE473B9ED}" destId="{0280D537-8570-49EE-8763-75585ABDA0DD}" srcOrd="0" destOrd="0" presId="urn:microsoft.com/office/officeart/2008/layout/LinedList"/>
    <dgm:cxn modelId="{BF444113-FB5C-450C-9188-470E623BEF6A}" srcId="{3BF38F0A-2D04-4C24-B923-62349047491F}" destId="{2EEC9E03-1182-4D46-B87D-86A1E23F4D62}" srcOrd="1" destOrd="0" parTransId="{D6822B80-9E0F-4D17-9A50-9DF6E76695EE}" sibTransId="{16E6C00E-7436-4980-A396-AB4C94994D76}"/>
    <dgm:cxn modelId="{D5C24D24-6536-4C95-BCE4-A3CCA4FFC3A9}" srcId="{3BF38F0A-2D04-4C24-B923-62349047491F}" destId="{768D1FD3-8442-478E-8D16-501BE37BD5FD}" srcOrd="0" destOrd="0" parTransId="{937616AC-B437-4284-920C-15248784E69A}" sibTransId="{E4B8E75E-2CA4-42BD-97CF-B19348BBE292}"/>
    <dgm:cxn modelId="{0899D43E-AB8D-47CE-B740-DDB4302B2119}" type="presOf" srcId="{3BF38F0A-2D04-4C24-B923-62349047491F}" destId="{BEC07376-6E49-4791-B773-8604DE75299F}" srcOrd="0" destOrd="0" presId="urn:microsoft.com/office/officeart/2008/layout/LinedList"/>
    <dgm:cxn modelId="{86F80E82-4C1B-48E6-803C-1E64D5A15935}" type="presOf" srcId="{184F2CC8-B816-4C05-8166-AEEA3A290647}" destId="{31C6916B-02D0-4281-9B18-B9F08578D678}" srcOrd="0" destOrd="0" presId="urn:microsoft.com/office/officeart/2008/layout/LinedList"/>
    <dgm:cxn modelId="{870B5393-BE2A-4990-BB0F-91266DDCBD9B}" srcId="{3BF38F0A-2D04-4C24-B923-62349047491F}" destId="{184F2CC8-B816-4C05-8166-AEEA3A290647}" srcOrd="2" destOrd="0" parTransId="{A7F9E814-237C-4054-A530-42FC0670457B}" sibTransId="{58E6A41E-26FD-4142-8222-0F17EC96739C}"/>
    <dgm:cxn modelId="{B0380ABA-0F01-4DF3-8575-19D2F1DE01B6}" type="presOf" srcId="{768D1FD3-8442-478E-8D16-501BE37BD5FD}" destId="{44DAFCFE-6F97-427F-B203-45D2D4CC4CAB}" srcOrd="0" destOrd="0" presId="urn:microsoft.com/office/officeart/2008/layout/LinedList"/>
    <dgm:cxn modelId="{BB661FD7-6E7D-4657-8957-F3FA1AF98B47}" srcId="{3BF38F0A-2D04-4C24-B923-62349047491F}" destId="{1568817D-A636-4BB5-B3C0-6A4EE473B9ED}" srcOrd="3" destOrd="0" parTransId="{9F5588BF-A5B1-4018-9300-CA8B2BF5B4D6}" sibTransId="{8E03AEBB-26D4-44D2-B687-81D17D90F800}"/>
    <dgm:cxn modelId="{A0B4FEE3-3441-4632-B148-1E1AA920764D}" type="presOf" srcId="{2EEC9E03-1182-4D46-B87D-86A1E23F4D62}" destId="{37E1E6FA-11C2-4379-AF9A-58FA8FC8E175}" srcOrd="0" destOrd="0" presId="urn:microsoft.com/office/officeart/2008/layout/LinedList"/>
    <dgm:cxn modelId="{895FBD0A-510F-4A41-8C52-256E3B4F477A}" type="presParOf" srcId="{BEC07376-6E49-4791-B773-8604DE75299F}" destId="{15820EE6-97C6-4178-84C2-0C8C0EE284EE}" srcOrd="0" destOrd="0" presId="urn:microsoft.com/office/officeart/2008/layout/LinedList"/>
    <dgm:cxn modelId="{B2149C99-9269-4D74-BA1A-8183EEF5D92C}" type="presParOf" srcId="{BEC07376-6E49-4791-B773-8604DE75299F}" destId="{CEFEB997-F521-454C-8C93-28C02A592458}" srcOrd="1" destOrd="0" presId="urn:microsoft.com/office/officeart/2008/layout/LinedList"/>
    <dgm:cxn modelId="{4A9ED522-2A2E-4422-982C-F1CBC5546091}" type="presParOf" srcId="{CEFEB997-F521-454C-8C93-28C02A592458}" destId="{44DAFCFE-6F97-427F-B203-45D2D4CC4CAB}" srcOrd="0" destOrd="0" presId="urn:microsoft.com/office/officeart/2008/layout/LinedList"/>
    <dgm:cxn modelId="{989E4DF9-F98E-4493-8E7F-CF8484CA00C4}" type="presParOf" srcId="{CEFEB997-F521-454C-8C93-28C02A592458}" destId="{D5EF3AD3-B309-4A15-9B68-D762C28437EA}" srcOrd="1" destOrd="0" presId="urn:microsoft.com/office/officeart/2008/layout/LinedList"/>
    <dgm:cxn modelId="{ABA3818E-0949-45BC-8C44-C6B4A39FC000}" type="presParOf" srcId="{BEC07376-6E49-4791-B773-8604DE75299F}" destId="{8D258FF1-6F2E-40D1-9776-B273DDFAA68D}" srcOrd="2" destOrd="0" presId="urn:microsoft.com/office/officeart/2008/layout/LinedList"/>
    <dgm:cxn modelId="{41B43DC7-76A7-42BF-BC32-450D7E20972A}" type="presParOf" srcId="{BEC07376-6E49-4791-B773-8604DE75299F}" destId="{DC4C7582-8E3A-4BD9-9A6D-6D8F58D22D5A}" srcOrd="3" destOrd="0" presId="urn:microsoft.com/office/officeart/2008/layout/LinedList"/>
    <dgm:cxn modelId="{5A1CE27F-11E9-4BE3-A60C-8176C53F49C5}" type="presParOf" srcId="{DC4C7582-8E3A-4BD9-9A6D-6D8F58D22D5A}" destId="{37E1E6FA-11C2-4379-AF9A-58FA8FC8E175}" srcOrd="0" destOrd="0" presId="urn:microsoft.com/office/officeart/2008/layout/LinedList"/>
    <dgm:cxn modelId="{F0F42A69-6C5E-407B-A48D-6E48E4E47122}" type="presParOf" srcId="{DC4C7582-8E3A-4BD9-9A6D-6D8F58D22D5A}" destId="{04603F45-A6E9-4B03-B60F-5D54412015C9}" srcOrd="1" destOrd="0" presId="urn:microsoft.com/office/officeart/2008/layout/LinedList"/>
    <dgm:cxn modelId="{2EAA2FC2-3262-4C1E-B349-B0CFB606676A}" type="presParOf" srcId="{BEC07376-6E49-4791-B773-8604DE75299F}" destId="{2A9AF28B-8156-42D8-A30B-1CE3242B08D9}" srcOrd="4" destOrd="0" presId="urn:microsoft.com/office/officeart/2008/layout/LinedList"/>
    <dgm:cxn modelId="{783D67BC-ABF4-4776-AFD5-D14E51EE598A}" type="presParOf" srcId="{BEC07376-6E49-4791-B773-8604DE75299F}" destId="{40C52EB4-FB02-4482-8A48-9C7925591698}" srcOrd="5" destOrd="0" presId="urn:microsoft.com/office/officeart/2008/layout/LinedList"/>
    <dgm:cxn modelId="{5F92F4DA-2A98-4973-9794-1A07A775B86B}" type="presParOf" srcId="{40C52EB4-FB02-4482-8A48-9C7925591698}" destId="{31C6916B-02D0-4281-9B18-B9F08578D678}" srcOrd="0" destOrd="0" presId="urn:microsoft.com/office/officeart/2008/layout/LinedList"/>
    <dgm:cxn modelId="{AB9C7BBB-0B89-41C6-A769-3D24799F6042}" type="presParOf" srcId="{40C52EB4-FB02-4482-8A48-9C7925591698}" destId="{0B7C0EDA-E9E4-46B4-96C9-86E5A8088E72}" srcOrd="1" destOrd="0" presId="urn:microsoft.com/office/officeart/2008/layout/LinedList"/>
    <dgm:cxn modelId="{3A3E00D9-8E82-4CAD-AAC1-F39F420A5FBF}" type="presParOf" srcId="{BEC07376-6E49-4791-B773-8604DE75299F}" destId="{85FDBB38-2BBE-492E-AF2A-2A1B7A219EB5}" srcOrd="6" destOrd="0" presId="urn:microsoft.com/office/officeart/2008/layout/LinedList"/>
    <dgm:cxn modelId="{C45D0962-E5EA-4E42-A978-73EEAE0CE2A2}" type="presParOf" srcId="{BEC07376-6E49-4791-B773-8604DE75299F}" destId="{5240DA42-05EF-44ED-A9C9-473D88786FB8}" srcOrd="7" destOrd="0" presId="urn:microsoft.com/office/officeart/2008/layout/LinedList"/>
    <dgm:cxn modelId="{C4AB03C2-8A93-4381-A64F-54CBE82ACBC0}" type="presParOf" srcId="{5240DA42-05EF-44ED-A9C9-473D88786FB8}" destId="{0280D537-8570-49EE-8763-75585ABDA0DD}" srcOrd="0" destOrd="0" presId="urn:microsoft.com/office/officeart/2008/layout/LinedList"/>
    <dgm:cxn modelId="{C0AA7154-D634-4CB0-AF9F-97E7538A65ED}" type="presParOf" srcId="{5240DA42-05EF-44ED-A9C9-473D88786FB8}" destId="{819FC247-9F68-4A6E-B566-40470B3F8E0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34AF68-CA23-4E71-9F73-AEB1B697C8C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5DF0061-DBCF-43C4-AAE7-9F36754002C0}">
      <dgm:prSet/>
      <dgm:spPr/>
      <dgm:t>
        <a:bodyPr/>
        <a:lstStyle/>
        <a:p>
          <a:r>
            <a:rPr lang="en-US"/>
            <a:t>A simple drawing library in python that allows us to control a “Turtle” that can leave a trail as we move it around the screen</a:t>
          </a:r>
        </a:p>
      </dgm:t>
    </dgm:pt>
    <dgm:pt modelId="{D54DB137-C7ED-436C-BB10-77534E26915E}" type="parTrans" cxnId="{7AF72359-0807-4D52-A5FC-6CD5DE78792D}">
      <dgm:prSet/>
      <dgm:spPr/>
      <dgm:t>
        <a:bodyPr/>
        <a:lstStyle/>
        <a:p>
          <a:endParaRPr lang="en-US"/>
        </a:p>
      </dgm:t>
    </dgm:pt>
    <dgm:pt modelId="{336995BB-7932-44C4-8B66-ED1D7396D9BE}" type="sibTrans" cxnId="{7AF72359-0807-4D52-A5FC-6CD5DE78792D}">
      <dgm:prSet/>
      <dgm:spPr/>
      <dgm:t>
        <a:bodyPr/>
        <a:lstStyle/>
        <a:p>
          <a:endParaRPr lang="en-US"/>
        </a:p>
      </dgm:t>
    </dgm:pt>
    <dgm:pt modelId="{52F6D0F2-C4EF-40AF-A64B-978D263BC859}">
      <dgm:prSet/>
      <dgm:spPr/>
      <dgm:t>
        <a:bodyPr/>
        <a:lstStyle/>
        <a:p>
          <a:r>
            <a:rPr lang="en-US"/>
            <a:t>Great for learning programming concepts </a:t>
          </a:r>
        </a:p>
      </dgm:t>
    </dgm:pt>
    <dgm:pt modelId="{ACD7BFA9-6448-4428-BD95-96ADBA0E2801}" type="parTrans" cxnId="{172E5C22-6A9A-4E2E-883E-1259B38E8096}">
      <dgm:prSet/>
      <dgm:spPr/>
      <dgm:t>
        <a:bodyPr/>
        <a:lstStyle/>
        <a:p>
          <a:endParaRPr lang="en-US"/>
        </a:p>
      </dgm:t>
    </dgm:pt>
    <dgm:pt modelId="{ED15A748-4692-43D3-83C4-928005889159}" type="sibTrans" cxnId="{172E5C22-6A9A-4E2E-883E-1259B38E8096}">
      <dgm:prSet/>
      <dgm:spPr/>
      <dgm:t>
        <a:bodyPr/>
        <a:lstStyle/>
        <a:p>
          <a:endParaRPr lang="en-US"/>
        </a:p>
      </dgm:t>
    </dgm:pt>
    <dgm:pt modelId="{3E24B3E2-E739-4A42-AEC2-DEEB92E4B5C8}">
      <dgm:prSet/>
      <dgm:spPr/>
      <dgm:t>
        <a:bodyPr/>
        <a:lstStyle/>
        <a:p>
          <a:r>
            <a:rPr lang="en-US"/>
            <a:t>It will show up frequently in the course </a:t>
          </a:r>
        </a:p>
      </dgm:t>
    </dgm:pt>
    <dgm:pt modelId="{3694084A-468A-493B-BC4C-9745D64B8E98}" type="parTrans" cxnId="{56A2B517-02E8-4C04-BF84-FCFCB8A739A5}">
      <dgm:prSet/>
      <dgm:spPr/>
      <dgm:t>
        <a:bodyPr/>
        <a:lstStyle/>
        <a:p>
          <a:endParaRPr lang="en-US"/>
        </a:p>
      </dgm:t>
    </dgm:pt>
    <dgm:pt modelId="{A654AC2F-29B3-4A1D-AF22-D1CBE8E55738}" type="sibTrans" cxnId="{56A2B517-02E8-4C04-BF84-FCFCB8A739A5}">
      <dgm:prSet/>
      <dgm:spPr/>
      <dgm:t>
        <a:bodyPr/>
        <a:lstStyle/>
        <a:p>
          <a:endParaRPr lang="en-US"/>
        </a:p>
      </dgm:t>
    </dgm:pt>
    <dgm:pt modelId="{187B4218-5C1A-441F-ADB1-7CE32D58E9C6}">
      <dgm:prSet/>
      <dgm:spPr/>
      <dgm:t>
        <a:bodyPr/>
        <a:lstStyle/>
        <a:p>
          <a:r>
            <a:rPr lang="en-US"/>
            <a:t>Allows a visual understanding of our instructions (code)</a:t>
          </a:r>
        </a:p>
      </dgm:t>
    </dgm:pt>
    <dgm:pt modelId="{7E862042-7E27-4DBB-ABA7-14EB336F7CFE}" type="parTrans" cxnId="{64FA6F53-51C3-4E6F-95F0-4CFE2D79A787}">
      <dgm:prSet/>
      <dgm:spPr/>
      <dgm:t>
        <a:bodyPr/>
        <a:lstStyle/>
        <a:p>
          <a:endParaRPr lang="en-US"/>
        </a:p>
      </dgm:t>
    </dgm:pt>
    <dgm:pt modelId="{F998D812-FF4C-4D1B-B118-26A5BFB13608}" type="sibTrans" cxnId="{64FA6F53-51C3-4E6F-95F0-4CFE2D79A787}">
      <dgm:prSet/>
      <dgm:spPr/>
      <dgm:t>
        <a:bodyPr/>
        <a:lstStyle/>
        <a:p>
          <a:endParaRPr lang="en-US"/>
        </a:p>
      </dgm:t>
    </dgm:pt>
    <dgm:pt modelId="{890484B9-A961-4461-A57F-0EB2C2F02CD7}">
      <dgm:prSet/>
      <dgm:spPr/>
      <dgm:t>
        <a:bodyPr/>
        <a:lstStyle/>
        <a:p>
          <a:r>
            <a:rPr lang="en-US"/>
            <a:t>Pseudo code and actual code look really similar</a:t>
          </a:r>
        </a:p>
      </dgm:t>
    </dgm:pt>
    <dgm:pt modelId="{7005F863-6A19-444F-902B-F4787F980A94}" type="parTrans" cxnId="{65DBD0C2-257D-4E13-A191-00F1D2976E74}">
      <dgm:prSet/>
      <dgm:spPr/>
      <dgm:t>
        <a:bodyPr/>
        <a:lstStyle/>
        <a:p>
          <a:endParaRPr lang="en-US"/>
        </a:p>
      </dgm:t>
    </dgm:pt>
    <dgm:pt modelId="{8D6D6746-BEE4-41DC-BFB7-D013C1D8E9EC}" type="sibTrans" cxnId="{65DBD0C2-257D-4E13-A191-00F1D2976E74}">
      <dgm:prSet/>
      <dgm:spPr/>
      <dgm:t>
        <a:bodyPr/>
        <a:lstStyle/>
        <a:p>
          <a:endParaRPr lang="en-US"/>
        </a:p>
      </dgm:t>
    </dgm:pt>
    <dgm:pt modelId="{AECFACED-0C47-FD42-9A7C-158132B93B87}" type="pres">
      <dgm:prSet presAssocID="{7A34AF68-CA23-4E71-9F73-AEB1B697C8C6}" presName="linear" presStyleCnt="0">
        <dgm:presLayoutVars>
          <dgm:animLvl val="lvl"/>
          <dgm:resizeHandles val="exact"/>
        </dgm:presLayoutVars>
      </dgm:prSet>
      <dgm:spPr/>
    </dgm:pt>
    <dgm:pt modelId="{DFD9A67D-F72D-1045-83E3-682774C29C76}" type="pres">
      <dgm:prSet presAssocID="{45DF0061-DBCF-43C4-AAE7-9F36754002C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FB44171-8441-744A-8463-BA640D7328E0}" type="pres">
      <dgm:prSet presAssocID="{336995BB-7932-44C4-8B66-ED1D7396D9BE}" presName="spacer" presStyleCnt="0"/>
      <dgm:spPr/>
    </dgm:pt>
    <dgm:pt modelId="{DA3947C2-EEA3-E347-9F87-1F009A302A46}" type="pres">
      <dgm:prSet presAssocID="{52F6D0F2-C4EF-40AF-A64B-978D263BC8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6F247A5-869D-AA44-9D96-DE0F671737F4}" type="pres">
      <dgm:prSet presAssocID="{ED15A748-4692-43D3-83C4-928005889159}" presName="spacer" presStyleCnt="0"/>
      <dgm:spPr/>
    </dgm:pt>
    <dgm:pt modelId="{3CEB8DB8-CB13-0841-B733-412D66ABF321}" type="pres">
      <dgm:prSet presAssocID="{3E24B3E2-E739-4A42-AEC2-DEEB92E4B5C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4B94214-6E05-CC40-99E0-93D6C356B68D}" type="pres">
      <dgm:prSet presAssocID="{A654AC2F-29B3-4A1D-AF22-D1CBE8E55738}" presName="spacer" presStyleCnt="0"/>
      <dgm:spPr/>
    </dgm:pt>
    <dgm:pt modelId="{D9A4DFDE-E6C0-1F4D-9A6D-C6C4AEF7CDA7}" type="pres">
      <dgm:prSet presAssocID="{187B4218-5C1A-441F-ADB1-7CE32D58E9C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30343E1-0461-DF48-9DBB-E71CA2616430}" type="pres">
      <dgm:prSet presAssocID="{F998D812-FF4C-4D1B-B118-26A5BFB13608}" presName="spacer" presStyleCnt="0"/>
      <dgm:spPr/>
    </dgm:pt>
    <dgm:pt modelId="{54ABACF9-F56C-A044-8B8D-78C86363BD69}" type="pres">
      <dgm:prSet presAssocID="{890484B9-A961-4461-A57F-0EB2C2F02CD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6A2B517-02E8-4C04-BF84-FCFCB8A739A5}" srcId="{7A34AF68-CA23-4E71-9F73-AEB1B697C8C6}" destId="{3E24B3E2-E739-4A42-AEC2-DEEB92E4B5C8}" srcOrd="2" destOrd="0" parTransId="{3694084A-468A-493B-BC4C-9745D64B8E98}" sibTransId="{A654AC2F-29B3-4A1D-AF22-D1CBE8E55738}"/>
    <dgm:cxn modelId="{172E5C22-6A9A-4E2E-883E-1259B38E8096}" srcId="{7A34AF68-CA23-4E71-9F73-AEB1B697C8C6}" destId="{52F6D0F2-C4EF-40AF-A64B-978D263BC859}" srcOrd="1" destOrd="0" parTransId="{ACD7BFA9-6448-4428-BD95-96ADBA0E2801}" sibTransId="{ED15A748-4692-43D3-83C4-928005889159}"/>
    <dgm:cxn modelId="{38F40635-D694-1E4E-8225-F7F9B325C8DE}" type="presOf" srcId="{52F6D0F2-C4EF-40AF-A64B-978D263BC859}" destId="{DA3947C2-EEA3-E347-9F87-1F009A302A46}" srcOrd="0" destOrd="0" presId="urn:microsoft.com/office/officeart/2005/8/layout/vList2"/>
    <dgm:cxn modelId="{64FA6F53-51C3-4E6F-95F0-4CFE2D79A787}" srcId="{7A34AF68-CA23-4E71-9F73-AEB1B697C8C6}" destId="{187B4218-5C1A-441F-ADB1-7CE32D58E9C6}" srcOrd="3" destOrd="0" parTransId="{7E862042-7E27-4DBB-ABA7-14EB336F7CFE}" sibTransId="{F998D812-FF4C-4D1B-B118-26A5BFB13608}"/>
    <dgm:cxn modelId="{7AF72359-0807-4D52-A5FC-6CD5DE78792D}" srcId="{7A34AF68-CA23-4E71-9F73-AEB1B697C8C6}" destId="{45DF0061-DBCF-43C4-AAE7-9F36754002C0}" srcOrd="0" destOrd="0" parTransId="{D54DB137-C7ED-436C-BB10-77534E26915E}" sibTransId="{336995BB-7932-44C4-8B66-ED1D7396D9BE}"/>
    <dgm:cxn modelId="{9DA49388-584C-1945-965C-47B47398EB67}" type="presOf" srcId="{187B4218-5C1A-441F-ADB1-7CE32D58E9C6}" destId="{D9A4DFDE-E6C0-1F4D-9A6D-C6C4AEF7CDA7}" srcOrd="0" destOrd="0" presId="urn:microsoft.com/office/officeart/2005/8/layout/vList2"/>
    <dgm:cxn modelId="{5E6D0CA7-63C0-0D49-9E76-BC11EA2B5A86}" type="presOf" srcId="{890484B9-A961-4461-A57F-0EB2C2F02CD7}" destId="{54ABACF9-F56C-A044-8B8D-78C86363BD69}" srcOrd="0" destOrd="0" presId="urn:microsoft.com/office/officeart/2005/8/layout/vList2"/>
    <dgm:cxn modelId="{48FE2FB9-7547-1E41-8E1E-2652565AED69}" type="presOf" srcId="{3E24B3E2-E739-4A42-AEC2-DEEB92E4B5C8}" destId="{3CEB8DB8-CB13-0841-B733-412D66ABF321}" srcOrd="0" destOrd="0" presId="urn:microsoft.com/office/officeart/2005/8/layout/vList2"/>
    <dgm:cxn modelId="{65DBD0C2-257D-4E13-A191-00F1D2976E74}" srcId="{7A34AF68-CA23-4E71-9F73-AEB1B697C8C6}" destId="{890484B9-A961-4461-A57F-0EB2C2F02CD7}" srcOrd="4" destOrd="0" parTransId="{7005F863-6A19-444F-902B-F4787F980A94}" sibTransId="{8D6D6746-BEE4-41DC-BFB7-D013C1D8E9EC}"/>
    <dgm:cxn modelId="{F6CB55F7-FEDA-854B-B87A-589A221D4261}" type="presOf" srcId="{7A34AF68-CA23-4E71-9F73-AEB1B697C8C6}" destId="{AECFACED-0C47-FD42-9A7C-158132B93B87}" srcOrd="0" destOrd="0" presId="urn:microsoft.com/office/officeart/2005/8/layout/vList2"/>
    <dgm:cxn modelId="{392C6CFD-E156-1E4C-819A-EC7D83ED8373}" type="presOf" srcId="{45DF0061-DBCF-43C4-AAE7-9F36754002C0}" destId="{DFD9A67D-F72D-1045-83E3-682774C29C76}" srcOrd="0" destOrd="0" presId="urn:microsoft.com/office/officeart/2005/8/layout/vList2"/>
    <dgm:cxn modelId="{4DD19132-68C0-B44E-A283-2BD6763A4626}" type="presParOf" srcId="{AECFACED-0C47-FD42-9A7C-158132B93B87}" destId="{DFD9A67D-F72D-1045-83E3-682774C29C76}" srcOrd="0" destOrd="0" presId="urn:microsoft.com/office/officeart/2005/8/layout/vList2"/>
    <dgm:cxn modelId="{2EB95A07-5C44-E441-99D0-755A2F6B0EC0}" type="presParOf" srcId="{AECFACED-0C47-FD42-9A7C-158132B93B87}" destId="{0FB44171-8441-744A-8463-BA640D7328E0}" srcOrd="1" destOrd="0" presId="urn:microsoft.com/office/officeart/2005/8/layout/vList2"/>
    <dgm:cxn modelId="{E4FEE088-7125-E244-8EBA-D310FE1DECC0}" type="presParOf" srcId="{AECFACED-0C47-FD42-9A7C-158132B93B87}" destId="{DA3947C2-EEA3-E347-9F87-1F009A302A46}" srcOrd="2" destOrd="0" presId="urn:microsoft.com/office/officeart/2005/8/layout/vList2"/>
    <dgm:cxn modelId="{A07AF698-7318-DC4B-AC95-CC761FF10110}" type="presParOf" srcId="{AECFACED-0C47-FD42-9A7C-158132B93B87}" destId="{E6F247A5-869D-AA44-9D96-DE0F671737F4}" srcOrd="3" destOrd="0" presId="urn:microsoft.com/office/officeart/2005/8/layout/vList2"/>
    <dgm:cxn modelId="{1001CECB-BD2E-FA41-99A8-A7A8D1F0B7AC}" type="presParOf" srcId="{AECFACED-0C47-FD42-9A7C-158132B93B87}" destId="{3CEB8DB8-CB13-0841-B733-412D66ABF321}" srcOrd="4" destOrd="0" presId="urn:microsoft.com/office/officeart/2005/8/layout/vList2"/>
    <dgm:cxn modelId="{B5DDA286-094F-0A40-A642-FEE53C970FC8}" type="presParOf" srcId="{AECFACED-0C47-FD42-9A7C-158132B93B87}" destId="{64B94214-6E05-CC40-99E0-93D6C356B68D}" srcOrd="5" destOrd="0" presId="urn:microsoft.com/office/officeart/2005/8/layout/vList2"/>
    <dgm:cxn modelId="{7432DDC8-813D-D54B-ABEE-BBCC7454A3EB}" type="presParOf" srcId="{AECFACED-0C47-FD42-9A7C-158132B93B87}" destId="{D9A4DFDE-E6C0-1F4D-9A6D-C6C4AEF7CDA7}" srcOrd="6" destOrd="0" presId="urn:microsoft.com/office/officeart/2005/8/layout/vList2"/>
    <dgm:cxn modelId="{3484C04D-83F7-2942-AB62-87ABBB912144}" type="presParOf" srcId="{AECFACED-0C47-FD42-9A7C-158132B93B87}" destId="{830343E1-0461-DF48-9DBB-E71CA2616430}" srcOrd="7" destOrd="0" presId="urn:microsoft.com/office/officeart/2005/8/layout/vList2"/>
    <dgm:cxn modelId="{CDC35A4F-5246-0F42-BF42-271BEB1DD032}" type="presParOf" srcId="{AECFACED-0C47-FD42-9A7C-158132B93B87}" destId="{54ABACF9-F56C-A044-8B8D-78C86363BD6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02005-FAAC-4154-9FA6-85008BD48035}">
      <dsp:nvSpPr>
        <dsp:cNvPr id="0" name=""/>
        <dsp:cNvSpPr/>
      </dsp:nvSpPr>
      <dsp:spPr>
        <a:xfrm>
          <a:off x="0" y="2406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B30A74-2D37-4D19-8226-17ED6436F05D}">
      <dsp:nvSpPr>
        <dsp:cNvPr id="0" name=""/>
        <dsp:cNvSpPr/>
      </dsp:nvSpPr>
      <dsp:spPr>
        <a:xfrm>
          <a:off x="0" y="2406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Where do I start drawing?</a:t>
          </a:r>
          <a:r>
            <a:rPr lang="en-US" sz="2000" b="0" i="0" kern="1200" dirty="0"/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Should I begin at the center or the outer edge?</a:t>
          </a:r>
          <a:endParaRPr lang="en-US" sz="2000" kern="1200" dirty="0"/>
        </a:p>
      </dsp:txBody>
      <dsp:txXfrm>
        <a:off x="0" y="2406"/>
        <a:ext cx="5607050" cy="820464"/>
      </dsp:txXfrm>
    </dsp:sp>
    <dsp:sp modelId="{301450CD-6AB2-431B-9CFE-F7261CAAFEC8}">
      <dsp:nvSpPr>
        <dsp:cNvPr id="0" name=""/>
        <dsp:cNvSpPr/>
      </dsp:nvSpPr>
      <dsp:spPr>
        <a:xfrm>
          <a:off x="0" y="822870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2070378"/>
                <a:satOff val="9172"/>
                <a:lumOff val="-3373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2070378"/>
                <a:satOff val="9172"/>
                <a:lumOff val="-3373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2070378"/>
                <a:satOff val="9172"/>
                <a:lumOff val="-3373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2070378"/>
              <a:satOff val="9172"/>
              <a:lumOff val="-3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EB105E-9025-437D-BA33-C0511A762806}">
      <dsp:nvSpPr>
        <dsp:cNvPr id="0" name=""/>
        <dsp:cNvSpPr/>
      </dsp:nvSpPr>
      <dsp:spPr>
        <a:xfrm>
          <a:off x="0" y="822870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i="0" kern="1200" dirty="0"/>
            <a:t>How do I make the lines straight?</a:t>
          </a:r>
          <a:r>
            <a:rPr lang="en-US" sz="2000" b="0" i="0" kern="1200" dirty="0"/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0" i="0" kern="1200" dirty="0"/>
            <a:t>Do I need a ruler or a grid?</a:t>
          </a:r>
        </a:p>
      </dsp:txBody>
      <dsp:txXfrm>
        <a:off x="0" y="822870"/>
        <a:ext cx="5607050" cy="820464"/>
      </dsp:txXfrm>
    </dsp:sp>
    <dsp:sp modelId="{534744B8-64D1-4B6D-8F21-7C7D8D440976}">
      <dsp:nvSpPr>
        <dsp:cNvPr id="0" name=""/>
        <dsp:cNvSpPr/>
      </dsp:nvSpPr>
      <dsp:spPr>
        <a:xfrm>
          <a:off x="0" y="1643335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4140755"/>
                <a:satOff val="18344"/>
                <a:lumOff val="-6746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4140755"/>
                <a:satOff val="18344"/>
                <a:lumOff val="-6746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4140755"/>
                <a:satOff val="18344"/>
                <a:lumOff val="-6746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4140755"/>
              <a:satOff val="18344"/>
              <a:lumOff val="-674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29DE61-1F01-4CFD-BA72-61F062251F7A}">
      <dsp:nvSpPr>
        <dsp:cNvPr id="0" name=""/>
        <dsp:cNvSpPr/>
      </dsp:nvSpPr>
      <dsp:spPr>
        <a:xfrm>
          <a:off x="0" y="1643335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i="0" kern="1200" dirty="0"/>
            <a:t>How do I space the lines evenly?</a:t>
          </a:r>
          <a:r>
            <a:rPr lang="en-US" sz="2000" b="0" i="0" kern="1200" dirty="0"/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0" i="0" kern="1200" dirty="0"/>
            <a:t>Should I measure angles or distances?</a:t>
          </a:r>
        </a:p>
      </dsp:txBody>
      <dsp:txXfrm>
        <a:off x="0" y="1643335"/>
        <a:ext cx="5607050" cy="820464"/>
      </dsp:txXfrm>
    </dsp:sp>
    <dsp:sp modelId="{3FFEBB0D-B234-4AF5-8F59-7C345A7B56BC}">
      <dsp:nvSpPr>
        <dsp:cNvPr id="0" name=""/>
        <dsp:cNvSpPr/>
      </dsp:nvSpPr>
      <dsp:spPr>
        <a:xfrm>
          <a:off x="0" y="246379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6211133"/>
                <a:satOff val="27515"/>
                <a:lumOff val="-10118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6211133"/>
                <a:satOff val="27515"/>
                <a:lumOff val="-10118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6211133"/>
                <a:satOff val="27515"/>
                <a:lumOff val="-10118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6211133"/>
              <a:satOff val="27515"/>
              <a:lumOff val="-1011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53B9F2-8C05-4470-9060-C32FDEB857C6}">
      <dsp:nvSpPr>
        <dsp:cNvPr id="0" name=""/>
        <dsp:cNvSpPr/>
      </dsp:nvSpPr>
      <dsp:spPr>
        <a:xfrm>
          <a:off x="0" y="2463799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i="0" kern="1200" dirty="0"/>
            <a:t>What about the circle?</a:t>
          </a:r>
          <a:r>
            <a:rPr lang="en-US" sz="2000" b="0" i="0" kern="1200" dirty="0"/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0" i="0" kern="1200" dirty="0"/>
            <a:t>How do I make it perfectly round?</a:t>
          </a:r>
        </a:p>
      </dsp:txBody>
      <dsp:txXfrm>
        <a:off x="0" y="2463799"/>
        <a:ext cx="5607050" cy="820464"/>
      </dsp:txXfrm>
    </dsp:sp>
    <dsp:sp modelId="{B4CE9F41-59F8-4E2B-A442-696E9FAD531F}">
      <dsp:nvSpPr>
        <dsp:cNvPr id="0" name=""/>
        <dsp:cNvSpPr/>
      </dsp:nvSpPr>
      <dsp:spPr>
        <a:xfrm>
          <a:off x="0" y="3284264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8281511"/>
                <a:satOff val="36687"/>
                <a:lumOff val="-1349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8281511"/>
                <a:satOff val="36687"/>
                <a:lumOff val="-13491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8281511"/>
                <a:satOff val="36687"/>
                <a:lumOff val="-13491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8281511"/>
              <a:satOff val="36687"/>
              <a:lumOff val="-1349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2015D3-C180-4D03-8AC1-8DEBBE829222}">
      <dsp:nvSpPr>
        <dsp:cNvPr id="0" name=""/>
        <dsp:cNvSpPr/>
      </dsp:nvSpPr>
      <dsp:spPr>
        <a:xfrm>
          <a:off x="0" y="3284264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i="0" kern="1200" dirty="0"/>
            <a:t>How do I draw the red vertical lines?</a:t>
          </a:r>
          <a:r>
            <a:rPr lang="en-US" sz="2000" b="0" i="0" kern="1200" dirty="0"/>
            <a:t> How far apart should they be?</a:t>
          </a:r>
        </a:p>
      </dsp:txBody>
      <dsp:txXfrm>
        <a:off x="0" y="3284264"/>
        <a:ext cx="5607050" cy="820464"/>
      </dsp:txXfrm>
    </dsp:sp>
    <dsp:sp modelId="{CF8010E5-4BA7-40BF-9445-789022091CA6}">
      <dsp:nvSpPr>
        <dsp:cNvPr id="0" name=""/>
        <dsp:cNvSpPr/>
      </dsp:nvSpPr>
      <dsp:spPr>
        <a:xfrm>
          <a:off x="0" y="410472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CD89F3-0B8E-4C9E-A6B2-8F982BDD6BB1}">
      <dsp:nvSpPr>
        <dsp:cNvPr id="0" name=""/>
        <dsp:cNvSpPr/>
      </dsp:nvSpPr>
      <dsp:spPr>
        <a:xfrm>
          <a:off x="0" y="4104729"/>
          <a:ext cx="5607050" cy="820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i="0" kern="1200" dirty="0"/>
            <a:t>How do I keep everything aligned?</a:t>
          </a:r>
          <a:r>
            <a:rPr lang="en-US" sz="2000" b="0" i="0" kern="1200" dirty="0"/>
            <a:t>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0" i="0" kern="1200" dirty="0"/>
            <a:t>Do I need to check symmetry after every line?</a:t>
          </a:r>
        </a:p>
      </dsp:txBody>
      <dsp:txXfrm>
        <a:off x="0" y="4104729"/>
        <a:ext cx="5607050" cy="8204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20EE6-97C6-4178-84C2-0C8C0EE284EE}">
      <dsp:nvSpPr>
        <dsp:cNvPr id="0" name=""/>
        <dsp:cNvSpPr/>
      </dsp:nvSpPr>
      <dsp:spPr>
        <a:xfrm>
          <a:off x="0" y="601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DAFCFE-6F97-427F-B203-45D2D4CC4CAB}">
      <dsp:nvSpPr>
        <dsp:cNvPr id="0" name=""/>
        <dsp:cNvSpPr/>
      </dsp:nvSpPr>
      <dsp:spPr>
        <a:xfrm>
          <a:off x="0" y="601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1" i="0" kern="1200" dirty="0"/>
            <a:t>Center Point</a:t>
          </a:r>
          <a:endParaRPr lang="en-US" sz="4700" kern="1200" dirty="0"/>
        </a:p>
      </dsp:txBody>
      <dsp:txXfrm>
        <a:off x="0" y="601"/>
        <a:ext cx="5607050" cy="985279"/>
      </dsp:txXfrm>
    </dsp:sp>
    <dsp:sp modelId="{E9029391-7D65-48B8-B931-CEB70DAB5F67}">
      <dsp:nvSpPr>
        <dsp:cNvPr id="0" name=""/>
        <dsp:cNvSpPr/>
      </dsp:nvSpPr>
      <dsp:spPr>
        <a:xfrm>
          <a:off x="0" y="985880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2587972"/>
                <a:satOff val="11465"/>
                <a:lumOff val="-4216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2587972"/>
                <a:satOff val="11465"/>
                <a:lumOff val="-4216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2587972"/>
                <a:satOff val="11465"/>
                <a:lumOff val="-4216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2587972"/>
              <a:satOff val="11465"/>
              <a:lumOff val="-421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263DF4-D295-49EF-8709-A77D1F247119}">
      <dsp:nvSpPr>
        <dsp:cNvPr id="0" name=""/>
        <dsp:cNvSpPr/>
      </dsp:nvSpPr>
      <dsp:spPr>
        <a:xfrm>
          <a:off x="0" y="985880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1" i="0" kern="1200" dirty="0"/>
            <a:t>Radial Lines</a:t>
          </a:r>
          <a:endParaRPr lang="en-US" sz="4700" kern="1200" dirty="0"/>
        </a:p>
      </dsp:txBody>
      <dsp:txXfrm>
        <a:off x="0" y="985880"/>
        <a:ext cx="5607050" cy="985279"/>
      </dsp:txXfrm>
    </dsp:sp>
    <dsp:sp modelId="{8DD8D80B-C78B-4C93-80E0-9CCD39E88FB7}">
      <dsp:nvSpPr>
        <dsp:cNvPr id="0" name=""/>
        <dsp:cNvSpPr/>
      </dsp:nvSpPr>
      <dsp:spPr>
        <a:xfrm>
          <a:off x="0" y="1971160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5175944"/>
                <a:satOff val="22930"/>
                <a:lumOff val="-8432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5175944"/>
                <a:satOff val="22930"/>
                <a:lumOff val="-8432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5175944"/>
                <a:satOff val="22930"/>
                <a:lumOff val="-8432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5175944"/>
              <a:satOff val="22930"/>
              <a:lumOff val="-843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FA776F-950E-44BE-AB2A-BE3A82F9B9FE}">
      <dsp:nvSpPr>
        <dsp:cNvPr id="0" name=""/>
        <dsp:cNvSpPr/>
      </dsp:nvSpPr>
      <dsp:spPr>
        <a:xfrm>
          <a:off x="0" y="1971160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4700" b="1" i="0" kern="1200" dirty="0"/>
            <a:t>Circle Boundary</a:t>
          </a:r>
          <a:endParaRPr lang="en-US" sz="4700" b="0" i="0" kern="1200" dirty="0"/>
        </a:p>
      </dsp:txBody>
      <dsp:txXfrm>
        <a:off x="0" y="1971160"/>
        <a:ext cx="5607050" cy="985279"/>
      </dsp:txXfrm>
    </dsp:sp>
    <dsp:sp modelId="{D4D58DD9-1AC7-46F0-B5CF-8BED7ED864BD}">
      <dsp:nvSpPr>
        <dsp:cNvPr id="0" name=""/>
        <dsp:cNvSpPr/>
      </dsp:nvSpPr>
      <dsp:spPr>
        <a:xfrm>
          <a:off x="0" y="295643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7763915"/>
                <a:satOff val="34394"/>
                <a:lumOff val="-12648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7763915"/>
                <a:satOff val="34394"/>
                <a:lumOff val="-12648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7763915"/>
                <a:satOff val="34394"/>
                <a:lumOff val="-12648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7763915"/>
              <a:satOff val="34394"/>
              <a:lumOff val="-1264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2BDFFF-8D0B-417D-9209-9ECBE1DEF58A}">
      <dsp:nvSpPr>
        <dsp:cNvPr id="0" name=""/>
        <dsp:cNvSpPr/>
      </dsp:nvSpPr>
      <dsp:spPr>
        <a:xfrm>
          <a:off x="0" y="2956439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4700" b="1" i="0" kern="1200" dirty="0"/>
            <a:t>Two Parallel Lines</a:t>
          </a:r>
          <a:endParaRPr lang="en-US" sz="4700" b="0" i="0" kern="1200" dirty="0"/>
        </a:p>
      </dsp:txBody>
      <dsp:txXfrm>
        <a:off x="0" y="2956439"/>
        <a:ext cx="5607050" cy="985279"/>
      </dsp:txXfrm>
    </dsp:sp>
    <dsp:sp modelId="{21D012AD-DD11-4A15-A0E9-6EB9CBD2BD51}">
      <dsp:nvSpPr>
        <dsp:cNvPr id="0" name=""/>
        <dsp:cNvSpPr/>
      </dsp:nvSpPr>
      <dsp:spPr>
        <a:xfrm>
          <a:off x="0" y="394171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DAC1CE-F158-4618-98E6-933F483BE1F3}">
      <dsp:nvSpPr>
        <dsp:cNvPr id="0" name=""/>
        <dsp:cNvSpPr/>
      </dsp:nvSpPr>
      <dsp:spPr>
        <a:xfrm>
          <a:off x="0" y="3941719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4700" b="0" i="0" kern="1200" dirty="0"/>
        </a:p>
      </dsp:txBody>
      <dsp:txXfrm>
        <a:off x="0" y="3941719"/>
        <a:ext cx="5607050" cy="9852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20EE6-97C6-4178-84C2-0C8C0EE284EE}">
      <dsp:nvSpPr>
        <dsp:cNvPr id="0" name=""/>
        <dsp:cNvSpPr/>
      </dsp:nvSpPr>
      <dsp:spPr>
        <a:xfrm>
          <a:off x="0" y="601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DAFCFE-6F97-427F-B203-45D2D4CC4CAB}">
      <dsp:nvSpPr>
        <dsp:cNvPr id="0" name=""/>
        <dsp:cNvSpPr/>
      </dsp:nvSpPr>
      <dsp:spPr>
        <a:xfrm>
          <a:off x="0" y="601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Center Point:</a:t>
          </a:r>
          <a:r>
            <a:rPr lang="en-US" sz="2800" b="0" i="0" kern="1200" dirty="0"/>
            <a:t> Define a </a:t>
          </a:r>
          <a:r>
            <a:rPr lang="en-US" sz="2800" b="0" i="0" kern="1200" dirty="0" err="1"/>
            <a:t>centre</a:t>
          </a:r>
          <a:r>
            <a:rPr lang="en-US" sz="2800" b="0" i="0" kern="1200" dirty="0"/>
            <a:t> point.</a:t>
          </a:r>
          <a:endParaRPr lang="en-US" sz="2800" kern="1200" dirty="0"/>
        </a:p>
      </dsp:txBody>
      <dsp:txXfrm>
        <a:off x="0" y="601"/>
        <a:ext cx="5607050" cy="985279"/>
      </dsp:txXfrm>
    </dsp:sp>
    <dsp:sp modelId="{E9029391-7D65-48B8-B931-CEB70DAB5F67}">
      <dsp:nvSpPr>
        <dsp:cNvPr id="0" name=""/>
        <dsp:cNvSpPr/>
      </dsp:nvSpPr>
      <dsp:spPr>
        <a:xfrm>
          <a:off x="0" y="985880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2587972"/>
                <a:satOff val="11465"/>
                <a:lumOff val="-4216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2587972"/>
                <a:satOff val="11465"/>
                <a:lumOff val="-4216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2587972"/>
                <a:satOff val="11465"/>
                <a:lumOff val="-4216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2587972"/>
              <a:satOff val="11465"/>
              <a:lumOff val="-421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263DF4-D295-49EF-8709-A77D1F247119}">
      <dsp:nvSpPr>
        <dsp:cNvPr id="0" name=""/>
        <dsp:cNvSpPr/>
      </dsp:nvSpPr>
      <dsp:spPr>
        <a:xfrm>
          <a:off x="0" y="985880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Radial Lines:</a:t>
          </a:r>
          <a:r>
            <a:rPr lang="en-US" sz="2800" b="0" i="0" kern="1200" dirty="0"/>
            <a:t> Draw a number of line segments out from the </a:t>
          </a:r>
          <a:r>
            <a:rPr lang="en-US" sz="2800" b="0" i="0" kern="1200" dirty="0" err="1"/>
            <a:t>centre</a:t>
          </a:r>
          <a:endParaRPr lang="en-US" sz="2800" kern="1200" dirty="0"/>
        </a:p>
      </dsp:txBody>
      <dsp:txXfrm>
        <a:off x="0" y="985880"/>
        <a:ext cx="5607050" cy="985279"/>
      </dsp:txXfrm>
    </dsp:sp>
    <dsp:sp modelId="{8DD8D80B-C78B-4C93-80E0-9CCD39E88FB7}">
      <dsp:nvSpPr>
        <dsp:cNvPr id="0" name=""/>
        <dsp:cNvSpPr/>
      </dsp:nvSpPr>
      <dsp:spPr>
        <a:xfrm>
          <a:off x="0" y="1971160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5175944"/>
                <a:satOff val="22930"/>
                <a:lumOff val="-8432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5175944"/>
                <a:satOff val="22930"/>
                <a:lumOff val="-8432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5175944"/>
                <a:satOff val="22930"/>
                <a:lumOff val="-8432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5175944"/>
              <a:satOff val="22930"/>
              <a:lumOff val="-843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FA776F-950E-44BE-AB2A-BE3A82F9B9FE}">
      <dsp:nvSpPr>
        <dsp:cNvPr id="0" name=""/>
        <dsp:cNvSpPr/>
      </dsp:nvSpPr>
      <dsp:spPr>
        <a:xfrm>
          <a:off x="0" y="1971160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b="1" i="0" kern="1200" dirty="0"/>
            <a:t>Circle Boundary:</a:t>
          </a:r>
          <a:r>
            <a:rPr lang="en-US" sz="2800" b="0" i="0" kern="1200" dirty="0"/>
            <a:t> Defined by the length of the line (get it for free!)</a:t>
          </a:r>
        </a:p>
      </dsp:txBody>
      <dsp:txXfrm>
        <a:off x="0" y="1971160"/>
        <a:ext cx="5607050" cy="985279"/>
      </dsp:txXfrm>
    </dsp:sp>
    <dsp:sp modelId="{D4D58DD9-1AC7-46F0-B5CF-8BED7ED864BD}">
      <dsp:nvSpPr>
        <dsp:cNvPr id="0" name=""/>
        <dsp:cNvSpPr/>
      </dsp:nvSpPr>
      <dsp:spPr>
        <a:xfrm>
          <a:off x="0" y="295643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7763915"/>
                <a:satOff val="34394"/>
                <a:lumOff val="-12648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7763915"/>
                <a:satOff val="34394"/>
                <a:lumOff val="-12648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7763915"/>
                <a:satOff val="34394"/>
                <a:lumOff val="-12648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7763915"/>
              <a:satOff val="34394"/>
              <a:lumOff val="-1264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2BDFFF-8D0B-417D-9209-9ECBE1DEF58A}">
      <dsp:nvSpPr>
        <dsp:cNvPr id="0" name=""/>
        <dsp:cNvSpPr/>
      </dsp:nvSpPr>
      <dsp:spPr>
        <a:xfrm>
          <a:off x="0" y="2956439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b="1" i="0" kern="1200" dirty="0"/>
            <a:t>Two Parallel Lines:</a:t>
          </a:r>
          <a:r>
            <a:rPr lang="en-US" sz="2800" b="0" i="0" kern="1200" dirty="0"/>
            <a:t> Fixed distance apart, </a:t>
          </a:r>
          <a:r>
            <a:rPr lang="en-US" sz="2800" b="0" i="0" kern="1200"/>
            <a:t>vertical orientation</a:t>
          </a:r>
          <a:endParaRPr lang="en-US" sz="2800" b="0" i="0" kern="1200" dirty="0"/>
        </a:p>
      </dsp:txBody>
      <dsp:txXfrm>
        <a:off x="0" y="2956439"/>
        <a:ext cx="5607050" cy="985279"/>
      </dsp:txXfrm>
    </dsp:sp>
    <dsp:sp modelId="{D1D3C2E5-9109-4ADE-888A-3F66E4F315B0}">
      <dsp:nvSpPr>
        <dsp:cNvPr id="0" name=""/>
        <dsp:cNvSpPr/>
      </dsp:nvSpPr>
      <dsp:spPr>
        <a:xfrm>
          <a:off x="0" y="394171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04A962-6846-46DC-B3CB-5732E41E19A7}">
      <dsp:nvSpPr>
        <dsp:cNvPr id="0" name=""/>
        <dsp:cNvSpPr/>
      </dsp:nvSpPr>
      <dsp:spPr>
        <a:xfrm>
          <a:off x="0" y="3941719"/>
          <a:ext cx="5607050" cy="985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2800" b="0" i="0" kern="1200" dirty="0"/>
        </a:p>
      </dsp:txBody>
      <dsp:txXfrm>
        <a:off x="0" y="3941719"/>
        <a:ext cx="5607050" cy="9852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20EE6-97C6-4178-84C2-0C8C0EE284EE}">
      <dsp:nvSpPr>
        <dsp:cNvPr id="0" name=""/>
        <dsp:cNvSpPr/>
      </dsp:nvSpPr>
      <dsp:spPr>
        <a:xfrm>
          <a:off x="0" y="0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DAFCFE-6F97-427F-B203-45D2D4CC4CAB}">
      <dsp:nvSpPr>
        <dsp:cNvPr id="0" name=""/>
        <dsp:cNvSpPr/>
      </dsp:nvSpPr>
      <dsp:spPr>
        <a:xfrm>
          <a:off x="0" y="0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Center Point:</a:t>
          </a:r>
          <a:r>
            <a:rPr lang="en-US" sz="2500" b="0" i="0" kern="1200"/>
            <a:t> Define a centre point.</a:t>
          </a:r>
          <a:endParaRPr lang="en-US" sz="2500" kern="1200" dirty="0"/>
        </a:p>
      </dsp:txBody>
      <dsp:txXfrm>
        <a:off x="0" y="0"/>
        <a:ext cx="5607050" cy="1231899"/>
      </dsp:txXfrm>
    </dsp:sp>
    <dsp:sp modelId="{8D258FF1-6F2E-40D1-9776-B273DDFAA68D}">
      <dsp:nvSpPr>
        <dsp:cNvPr id="0" name=""/>
        <dsp:cNvSpPr/>
      </dsp:nvSpPr>
      <dsp:spPr>
        <a:xfrm>
          <a:off x="0" y="123189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3450629"/>
                <a:satOff val="15286"/>
                <a:lumOff val="-562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3450629"/>
                <a:satOff val="15286"/>
                <a:lumOff val="-5621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3450629"/>
                <a:satOff val="15286"/>
                <a:lumOff val="-5621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3450629"/>
              <a:satOff val="15286"/>
              <a:lumOff val="-56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E1E6FA-11C2-4379-AF9A-58FA8FC8E175}">
      <dsp:nvSpPr>
        <dsp:cNvPr id="0" name=""/>
        <dsp:cNvSpPr/>
      </dsp:nvSpPr>
      <dsp:spPr>
        <a:xfrm>
          <a:off x="0" y="12318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Radial Lines:</a:t>
          </a:r>
          <a:r>
            <a:rPr lang="en-US" sz="2500" b="0" i="0" kern="1200" dirty="0"/>
            <a:t> Draw a line, rotate 360/(number of lines) and repeat </a:t>
          </a:r>
          <a:endParaRPr lang="en-US" sz="2500" kern="1200" dirty="0"/>
        </a:p>
      </dsp:txBody>
      <dsp:txXfrm>
        <a:off x="0" y="1231899"/>
        <a:ext cx="5607050" cy="1231899"/>
      </dsp:txXfrm>
    </dsp:sp>
    <dsp:sp modelId="{2A9AF28B-8156-42D8-A30B-1CE3242B08D9}">
      <dsp:nvSpPr>
        <dsp:cNvPr id="0" name=""/>
        <dsp:cNvSpPr/>
      </dsp:nvSpPr>
      <dsp:spPr>
        <a:xfrm>
          <a:off x="0" y="246379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6901259"/>
                <a:satOff val="30573"/>
                <a:lumOff val="-11243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6901259"/>
                <a:satOff val="30573"/>
                <a:lumOff val="-11243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6901259"/>
                <a:satOff val="30573"/>
                <a:lumOff val="-11243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6901259"/>
              <a:satOff val="30573"/>
              <a:lumOff val="-1124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C6916B-02D0-4281-9B18-B9F08578D678}">
      <dsp:nvSpPr>
        <dsp:cNvPr id="0" name=""/>
        <dsp:cNvSpPr/>
      </dsp:nvSpPr>
      <dsp:spPr>
        <a:xfrm>
          <a:off x="0" y="24637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i="0" kern="1200" dirty="0"/>
            <a:t>Circle Boundary:</a:t>
          </a:r>
          <a:r>
            <a:rPr lang="en-US" sz="2500" b="0" i="0" kern="1200" dirty="0"/>
            <a:t> Defined by the x and y distance from the </a:t>
          </a:r>
          <a:r>
            <a:rPr lang="en-US" sz="2500" b="0" i="0" kern="1200" dirty="0" err="1"/>
            <a:t>centre</a:t>
          </a:r>
          <a:r>
            <a:rPr lang="en-US" sz="2500" b="0" i="0" kern="1200" dirty="0"/>
            <a:t> point for the end of the line</a:t>
          </a:r>
        </a:p>
      </dsp:txBody>
      <dsp:txXfrm>
        <a:off x="0" y="2463799"/>
        <a:ext cx="5607050" cy="1231899"/>
      </dsp:txXfrm>
    </dsp:sp>
    <dsp:sp modelId="{85FDBB38-2BBE-492E-AF2A-2A1B7A219EB5}">
      <dsp:nvSpPr>
        <dsp:cNvPr id="0" name=""/>
        <dsp:cNvSpPr/>
      </dsp:nvSpPr>
      <dsp:spPr>
        <a:xfrm>
          <a:off x="0" y="369569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80D537-8570-49EE-8763-75585ABDA0DD}">
      <dsp:nvSpPr>
        <dsp:cNvPr id="0" name=""/>
        <dsp:cNvSpPr/>
      </dsp:nvSpPr>
      <dsp:spPr>
        <a:xfrm>
          <a:off x="0" y="36956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i="0" kern="1200" dirty="0"/>
            <a:t>Two Parallel Lines:</a:t>
          </a:r>
          <a:r>
            <a:rPr lang="en-US" sz="2500" b="0" i="0" kern="1200" dirty="0"/>
            <a:t> Fixed distance apart, vertical orientation</a:t>
          </a:r>
        </a:p>
      </dsp:txBody>
      <dsp:txXfrm>
        <a:off x="0" y="3695699"/>
        <a:ext cx="5607050" cy="12318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6C1AF-FE10-46E1-ACE7-AAC368A22F9B}">
      <dsp:nvSpPr>
        <dsp:cNvPr id="0" name=""/>
        <dsp:cNvSpPr/>
      </dsp:nvSpPr>
      <dsp:spPr>
        <a:xfrm>
          <a:off x="10182" y="207967"/>
          <a:ext cx="792139" cy="792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749C5-3519-4738-B1E9-98F0A9FCE9F8}">
      <dsp:nvSpPr>
        <dsp:cNvPr id="0" name=""/>
        <dsp:cNvSpPr/>
      </dsp:nvSpPr>
      <dsp:spPr>
        <a:xfrm>
          <a:off x="10182" y="1115854"/>
          <a:ext cx="2263256" cy="1123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A set of step-by-step instructions </a:t>
          </a:r>
        </a:p>
      </dsp:txBody>
      <dsp:txXfrm>
        <a:off x="10182" y="1115854"/>
        <a:ext cx="2263256" cy="1123875"/>
      </dsp:txXfrm>
    </dsp:sp>
    <dsp:sp modelId="{3CD1617C-8ACE-4F59-B3E4-ABBFD4973FD0}">
      <dsp:nvSpPr>
        <dsp:cNvPr id="0" name=""/>
        <dsp:cNvSpPr/>
      </dsp:nvSpPr>
      <dsp:spPr>
        <a:xfrm>
          <a:off x="10182" y="2293566"/>
          <a:ext cx="2263256" cy="606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10182" y="2293566"/>
        <a:ext cx="2263256" cy="606214"/>
      </dsp:txXfrm>
    </dsp:sp>
    <dsp:sp modelId="{B72527C1-7AB7-4504-8A7B-10CE22937099}">
      <dsp:nvSpPr>
        <dsp:cNvPr id="0" name=""/>
        <dsp:cNvSpPr/>
      </dsp:nvSpPr>
      <dsp:spPr>
        <a:xfrm>
          <a:off x="2669508" y="207967"/>
          <a:ext cx="792139" cy="792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E1580-FA25-4484-8D5E-E297CAD238AE}">
      <dsp:nvSpPr>
        <dsp:cNvPr id="0" name=""/>
        <dsp:cNvSpPr/>
      </dsp:nvSpPr>
      <dsp:spPr>
        <a:xfrm>
          <a:off x="2669508" y="1115854"/>
          <a:ext cx="2263256" cy="1123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Uses Pseudo – code</a:t>
          </a:r>
        </a:p>
      </dsp:txBody>
      <dsp:txXfrm>
        <a:off x="2669508" y="1115854"/>
        <a:ext cx="2263256" cy="1123875"/>
      </dsp:txXfrm>
    </dsp:sp>
    <dsp:sp modelId="{E3E6AFC3-3B07-43FD-876B-0D82BEE6B52E}">
      <dsp:nvSpPr>
        <dsp:cNvPr id="0" name=""/>
        <dsp:cNvSpPr/>
      </dsp:nvSpPr>
      <dsp:spPr>
        <a:xfrm>
          <a:off x="2669508" y="2293566"/>
          <a:ext cx="2263256" cy="606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08F8D0-F938-4D67-9BB7-88FDFF4488FD}">
      <dsp:nvSpPr>
        <dsp:cNvPr id="0" name=""/>
        <dsp:cNvSpPr/>
      </dsp:nvSpPr>
      <dsp:spPr>
        <a:xfrm>
          <a:off x="5328834" y="207967"/>
          <a:ext cx="792139" cy="792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54805-E27E-4FC6-8A95-6F88361328F1}">
      <dsp:nvSpPr>
        <dsp:cNvPr id="0" name=""/>
        <dsp:cNvSpPr/>
      </dsp:nvSpPr>
      <dsp:spPr>
        <a:xfrm>
          <a:off x="5328834" y="1115854"/>
          <a:ext cx="2263256" cy="1123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Systematic approach</a:t>
          </a:r>
        </a:p>
      </dsp:txBody>
      <dsp:txXfrm>
        <a:off x="5328834" y="1115854"/>
        <a:ext cx="2263256" cy="1123875"/>
      </dsp:txXfrm>
    </dsp:sp>
    <dsp:sp modelId="{BF2EBCD7-405C-4E9F-81FB-FE5B50B3C052}">
      <dsp:nvSpPr>
        <dsp:cNvPr id="0" name=""/>
        <dsp:cNvSpPr/>
      </dsp:nvSpPr>
      <dsp:spPr>
        <a:xfrm>
          <a:off x="5328834" y="2293566"/>
          <a:ext cx="2263256" cy="606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842193-C5C1-4DC0-A88E-C109B7A5DC3D}">
      <dsp:nvSpPr>
        <dsp:cNvPr id="0" name=""/>
        <dsp:cNvSpPr/>
      </dsp:nvSpPr>
      <dsp:spPr>
        <a:xfrm>
          <a:off x="7988161" y="207967"/>
          <a:ext cx="792139" cy="792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B5500-1223-48E9-8AB9-04A6ACFB2E46}">
      <dsp:nvSpPr>
        <dsp:cNvPr id="0" name=""/>
        <dsp:cNvSpPr/>
      </dsp:nvSpPr>
      <dsp:spPr>
        <a:xfrm>
          <a:off x="7988161" y="1115854"/>
          <a:ext cx="2263256" cy="1123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Leads to predictable outcome</a:t>
          </a:r>
        </a:p>
      </dsp:txBody>
      <dsp:txXfrm>
        <a:off x="7988161" y="1115854"/>
        <a:ext cx="2263256" cy="1123875"/>
      </dsp:txXfrm>
    </dsp:sp>
    <dsp:sp modelId="{0BECCEBC-6208-4D6A-B5D1-BEB648176E43}">
      <dsp:nvSpPr>
        <dsp:cNvPr id="0" name=""/>
        <dsp:cNvSpPr/>
      </dsp:nvSpPr>
      <dsp:spPr>
        <a:xfrm>
          <a:off x="7988161" y="2293566"/>
          <a:ext cx="2263256" cy="606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20EE6-97C6-4178-84C2-0C8C0EE284EE}">
      <dsp:nvSpPr>
        <dsp:cNvPr id="0" name=""/>
        <dsp:cNvSpPr/>
      </dsp:nvSpPr>
      <dsp:spPr>
        <a:xfrm>
          <a:off x="0" y="0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DAFCFE-6F97-427F-B203-45D2D4CC4CAB}">
      <dsp:nvSpPr>
        <dsp:cNvPr id="0" name=""/>
        <dsp:cNvSpPr/>
      </dsp:nvSpPr>
      <dsp:spPr>
        <a:xfrm>
          <a:off x="0" y="0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Center Point:</a:t>
          </a:r>
          <a:r>
            <a:rPr lang="en-US" sz="2500" b="0" i="0" kern="1200" dirty="0"/>
            <a:t> Define a </a:t>
          </a:r>
          <a:r>
            <a:rPr lang="en-US" sz="2500" b="0" i="0" kern="1200" dirty="0" err="1"/>
            <a:t>centre</a:t>
          </a:r>
          <a:r>
            <a:rPr lang="en-US" sz="2500" b="0" i="0" kern="1200" dirty="0"/>
            <a:t> point. </a:t>
          </a:r>
          <a:r>
            <a:rPr lang="en-CA" sz="2500" b="0" i="0" kern="1200" dirty="0"/>
            <a:t>✔</a:t>
          </a:r>
          <a:endParaRPr lang="en-US" sz="2500" kern="1200" dirty="0"/>
        </a:p>
      </dsp:txBody>
      <dsp:txXfrm>
        <a:off x="0" y="0"/>
        <a:ext cx="5607050" cy="1231899"/>
      </dsp:txXfrm>
    </dsp:sp>
    <dsp:sp modelId="{8D258FF1-6F2E-40D1-9776-B273DDFAA68D}">
      <dsp:nvSpPr>
        <dsp:cNvPr id="0" name=""/>
        <dsp:cNvSpPr/>
      </dsp:nvSpPr>
      <dsp:spPr>
        <a:xfrm>
          <a:off x="0" y="123189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3450629"/>
                <a:satOff val="15286"/>
                <a:lumOff val="-562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3450629"/>
                <a:satOff val="15286"/>
                <a:lumOff val="-5621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3450629"/>
                <a:satOff val="15286"/>
                <a:lumOff val="-5621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3450629"/>
              <a:satOff val="15286"/>
              <a:lumOff val="-56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E1E6FA-11C2-4379-AF9A-58FA8FC8E175}">
      <dsp:nvSpPr>
        <dsp:cNvPr id="0" name=""/>
        <dsp:cNvSpPr/>
      </dsp:nvSpPr>
      <dsp:spPr>
        <a:xfrm>
          <a:off x="0" y="12318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Radial Lines:</a:t>
          </a:r>
          <a:r>
            <a:rPr lang="en-US" sz="2500" b="0" i="0" kern="1200" dirty="0"/>
            <a:t> Draw a line, rotate 360/(number of lines) and repeat ?</a:t>
          </a:r>
          <a:endParaRPr lang="en-US" sz="2500" kern="1200" dirty="0"/>
        </a:p>
      </dsp:txBody>
      <dsp:txXfrm>
        <a:off x="0" y="1231899"/>
        <a:ext cx="5607050" cy="1231899"/>
      </dsp:txXfrm>
    </dsp:sp>
    <dsp:sp modelId="{2A9AF28B-8156-42D8-A30B-1CE3242B08D9}">
      <dsp:nvSpPr>
        <dsp:cNvPr id="0" name=""/>
        <dsp:cNvSpPr/>
      </dsp:nvSpPr>
      <dsp:spPr>
        <a:xfrm>
          <a:off x="0" y="246379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6901259"/>
                <a:satOff val="30573"/>
                <a:lumOff val="-11243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6901259"/>
                <a:satOff val="30573"/>
                <a:lumOff val="-11243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6901259"/>
                <a:satOff val="30573"/>
                <a:lumOff val="-11243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6901259"/>
              <a:satOff val="30573"/>
              <a:lumOff val="-1124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C6916B-02D0-4281-9B18-B9F08578D678}">
      <dsp:nvSpPr>
        <dsp:cNvPr id="0" name=""/>
        <dsp:cNvSpPr/>
      </dsp:nvSpPr>
      <dsp:spPr>
        <a:xfrm>
          <a:off x="0" y="24637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i="0" kern="1200" dirty="0"/>
            <a:t>Circle Boundary:</a:t>
          </a:r>
          <a:r>
            <a:rPr lang="en-US" sz="2500" b="0" i="0" kern="1200" dirty="0"/>
            <a:t> Defined by the x and y distance from the </a:t>
          </a:r>
          <a:r>
            <a:rPr lang="en-US" sz="2500" b="0" i="0" kern="1200" dirty="0" err="1"/>
            <a:t>centre</a:t>
          </a:r>
          <a:r>
            <a:rPr lang="en-US" sz="2500" b="0" i="0" kern="1200" dirty="0"/>
            <a:t> point for the end of the line ?</a:t>
          </a:r>
        </a:p>
      </dsp:txBody>
      <dsp:txXfrm>
        <a:off x="0" y="2463799"/>
        <a:ext cx="5607050" cy="1231899"/>
      </dsp:txXfrm>
    </dsp:sp>
    <dsp:sp modelId="{85FDBB38-2BBE-492E-AF2A-2A1B7A219EB5}">
      <dsp:nvSpPr>
        <dsp:cNvPr id="0" name=""/>
        <dsp:cNvSpPr/>
      </dsp:nvSpPr>
      <dsp:spPr>
        <a:xfrm>
          <a:off x="0" y="369569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80D537-8570-49EE-8763-75585ABDA0DD}">
      <dsp:nvSpPr>
        <dsp:cNvPr id="0" name=""/>
        <dsp:cNvSpPr/>
      </dsp:nvSpPr>
      <dsp:spPr>
        <a:xfrm>
          <a:off x="0" y="36956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i="0" kern="1200" dirty="0"/>
            <a:t>Two Parallel Lines:</a:t>
          </a:r>
          <a:r>
            <a:rPr lang="en-US" sz="2500" b="0" i="0" kern="1200" dirty="0"/>
            <a:t> Fixed distance apart, vertical orientation </a:t>
          </a:r>
          <a:r>
            <a:rPr lang="en-CA" sz="2500" b="0" i="0" kern="1200" dirty="0"/>
            <a:t>✔</a:t>
          </a:r>
          <a:endParaRPr lang="en-US" sz="2500" b="0" i="0" kern="1200" dirty="0"/>
        </a:p>
      </dsp:txBody>
      <dsp:txXfrm>
        <a:off x="0" y="3695699"/>
        <a:ext cx="5607050" cy="12318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9A67D-F72D-1045-83E3-682774C29C76}">
      <dsp:nvSpPr>
        <dsp:cNvPr id="0" name=""/>
        <dsp:cNvSpPr/>
      </dsp:nvSpPr>
      <dsp:spPr>
        <a:xfrm>
          <a:off x="0" y="28110"/>
          <a:ext cx="6151562" cy="10003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simple drawing library in python that allows us to control a “Turtle” that can leave a trail as we move it around the screen</a:t>
          </a:r>
        </a:p>
      </dsp:txBody>
      <dsp:txXfrm>
        <a:off x="48833" y="76943"/>
        <a:ext cx="6053896" cy="902684"/>
      </dsp:txXfrm>
    </dsp:sp>
    <dsp:sp modelId="{DA3947C2-EEA3-E347-9F87-1F009A302A46}">
      <dsp:nvSpPr>
        <dsp:cNvPr id="0" name=""/>
        <dsp:cNvSpPr/>
      </dsp:nvSpPr>
      <dsp:spPr>
        <a:xfrm>
          <a:off x="0" y="1083180"/>
          <a:ext cx="6151562" cy="1000350"/>
        </a:xfrm>
        <a:prstGeom prst="roundRect">
          <a:avLst/>
        </a:prstGeom>
        <a:solidFill>
          <a:schemeClr val="accent2">
            <a:hueOff val="-2587972"/>
            <a:satOff val="11465"/>
            <a:lumOff val="-4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Great for learning programming concepts </a:t>
          </a:r>
        </a:p>
      </dsp:txBody>
      <dsp:txXfrm>
        <a:off x="48833" y="1132013"/>
        <a:ext cx="6053896" cy="902684"/>
      </dsp:txXfrm>
    </dsp:sp>
    <dsp:sp modelId="{3CEB8DB8-CB13-0841-B733-412D66ABF321}">
      <dsp:nvSpPr>
        <dsp:cNvPr id="0" name=""/>
        <dsp:cNvSpPr/>
      </dsp:nvSpPr>
      <dsp:spPr>
        <a:xfrm>
          <a:off x="0" y="2138250"/>
          <a:ext cx="6151562" cy="1000350"/>
        </a:xfrm>
        <a:prstGeom prst="roundRect">
          <a:avLst/>
        </a:prstGeom>
        <a:solidFill>
          <a:schemeClr val="accent2">
            <a:hueOff val="-5175944"/>
            <a:satOff val="22930"/>
            <a:lumOff val="-84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will show up frequently in the course </a:t>
          </a:r>
        </a:p>
      </dsp:txBody>
      <dsp:txXfrm>
        <a:off x="48833" y="2187083"/>
        <a:ext cx="6053896" cy="902684"/>
      </dsp:txXfrm>
    </dsp:sp>
    <dsp:sp modelId="{D9A4DFDE-E6C0-1F4D-9A6D-C6C4AEF7CDA7}">
      <dsp:nvSpPr>
        <dsp:cNvPr id="0" name=""/>
        <dsp:cNvSpPr/>
      </dsp:nvSpPr>
      <dsp:spPr>
        <a:xfrm>
          <a:off x="0" y="3193320"/>
          <a:ext cx="6151562" cy="1000350"/>
        </a:xfrm>
        <a:prstGeom prst="roundRect">
          <a:avLst/>
        </a:prstGeom>
        <a:solidFill>
          <a:schemeClr val="accent2">
            <a:hueOff val="-7763915"/>
            <a:satOff val="34394"/>
            <a:lumOff val="-126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Allows a visual understanding of our instructions (code)</a:t>
          </a:r>
        </a:p>
      </dsp:txBody>
      <dsp:txXfrm>
        <a:off x="48833" y="3242153"/>
        <a:ext cx="6053896" cy="902684"/>
      </dsp:txXfrm>
    </dsp:sp>
    <dsp:sp modelId="{54ABACF9-F56C-A044-8B8D-78C86363BD69}">
      <dsp:nvSpPr>
        <dsp:cNvPr id="0" name=""/>
        <dsp:cNvSpPr/>
      </dsp:nvSpPr>
      <dsp:spPr>
        <a:xfrm>
          <a:off x="0" y="4248390"/>
          <a:ext cx="6151562" cy="1000350"/>
        </a:xfrm>
        <a:prstGeom prst="roundRect">
          <a:avLst/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Pseudo code and actual code look really similar</a:t>
          </a:r>
        </a:p>
      </dsp:txBody>
      <dsp:txXfrm>
        <a:off x="48833" y="4297223"/>
        <a:ext cx="6053896" cy="902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A4B8C-BF6B-4440-8121-9D39C04872C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DFD1E-BA06-C243-A555-A00423D4F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8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Previous slide from 2025F replaced by breakdown above.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DFD1E-BA06-C243-A555-A00423D4FC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00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start with what this figure is telling us. It’s the 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 circle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it reminds us of a simple but powerful fact: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any angle theta measured from the center, the point on the circle is at coordinates cos(theta), sin(theta) – this is trigonometry!</a:t>
            </a:r>
          </a:p>
          <a:p>
            <a:pPr fontAlgn="t"/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Turns out that most of our mathematics is abstraction – we hid all of that detail about the math behind that picture.</a:t>
            </a:r>
          </a:p>
          <a:p>
            <a:pPr fontAlgn="t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That’s all this diagram is: a visual way to convert an 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angle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an 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y) position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translate that into drawing for our optical illusion. Suppose I want to draw a 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spoke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 straight line from the center outward. </a:t>
            </a:r>
          </a:p>
          <a:p>
            <a:pPr fontAlgn="t"/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I pick an angle</a:t>
            </a:r>
            <a:r>
              <a:rPr lang="en-C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theta, 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 desired length</a:t>
            </a:r>
            <a:r>
              <a:rPr lang="en-C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line, then the end of the spoke is (length x cos(theta), length x sin(theta)).</a:t>
            </a:r>
          </a:p>
          <a:p>
            <a:pPr fontAlgn="t"/>
            <a:endParaRPr lang="en-CA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DFD1E-BA06-C243-A555-A00423D4FC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38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5136B-35CD-7E9B-0B55-2E00B15A1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DE41B-739D-B88C-1F2F-73EED1F6C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C9A753C-0033-43F3-FE9D-A3CF646A6B4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fontAlgn="t"/>
                <a:r>
                  <a:rPr lang="en-CA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Other ways to think about this figure for students:</a:t>
                </a:r>
              </a:p>
              <a:p>
                <a:pPr fontAlgn="t"/>
                <a:r>
                  <a:rPr lang="en-CA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the figure shows:</a:t>
                </a:r>
                <a:b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unit circle with an angle </a:t>
                </a:r>
                <a14:m>
                  <m:oMath xmlns:m="http://schemas.openxmlformats.org/officeDocument/2006/math">
                    <m:r>
                      <a:rPr lang="en-CA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and the coordinates of a point on the circle given by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 sz="120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cos</m:t>
                            </m:r>
                          </m:fName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𝜃</m:t>
                            </m:r>
                          </m:e>
                        </m:func>
                      </m:e>
                      <m:e>
                        <m:func>
                          <m:func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sin</m:t>
                            </m:r>
                          </m:fName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𝜃</m:t>
                            </m:r>
                          </m:e>
                        </m:func>
                      </m:e>
                    </m:d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CA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How it relates to the algorithm:</a:t>
                </a:r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algorithm uses these trigonometric relationships to compute the endpoints of each spoke.</a:t>
                </a:r>
              </a:p>
              <a:p>
                <a:pPr fontAlgn="t"/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each spoke, the angle changes by 360/spokes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fontAlgn="t"/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endpoint of the spoke is calculated as: (</a:t>
                </a:r>
                <a:r>
                  <a:rPr lang="en-CA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x,y</a:t>
                </a:r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= (length x cos(theta), length x sin(theta))</a:t>
                </a:r>
              </a:p>
              <a:p>
                <a:pPr fontAlgn="t"/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is exactly what the figure demonstrates: converting an angle into Cartesian coordinates.</a:t>
                </a:r>
              </a:p>
              <a:p>
                <a:endParaRPr lang="en-CA" dirty="0"/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Why Trigonometry is Needed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figure shows that any point on a circle can be represented using cosine and sine of an angle.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algorithm on the next slide can leverage this to draw evenly spaced lines radiating from the center.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Without this concept, you’d have to manually calculate positions, which is inefficient.</a:t>
                </a:r>
              </a:p>
              <a:p>
                <a:endParaRPr lang="en-CA" dirty="0"/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Abstraction and Pattern 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figure is an abstraction: it shows the relationship between angle and position.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algorithm applies this abstraction repeatedly in a loop to create a radial pattern.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demonstrates computational thinking: break the problem into steps, use math to generalize.</a:t>
                </a:r>
              </a:p>
              <a:p>
                <a:endParaRPr lang="en-CA" dirty="0"/>
              </a:p>
              <a:p>
                <a:r>
                  <a:rPr lang="en-CA" dirty="0"/>
                  <a:t>All of mathematics is abstraction – and you took a lot of math to get here – so you actually have these skills already, you are just applying them to a different place. </a:t>
                </a:r>
              </a:p>
              <a:p>
                <a:endParaRPr lang="en-CA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C9A753C-0033-43F3-FE9D-A3CF646A6B4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fontAlgn="t"/>
                <a:r>
                  <a:rPr lang="en-CA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Other ways to think about this figure for students:</a:t>
                </a:r>
              </a:p>
              <a:p>
                <a:pPr fontAlgn="t"/>
                <a:r>
                  <a:rPr lang="en-CA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the figure shows:</a:t>
                </a:r>
                <a:b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unit circle with an angle </a:t>
                </a:r>
                <a:r>
                  <a:rPr lang="en-C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</a:t>
                </a:r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and the coordinates of a point on the circle given by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C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cos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⁡𝜃ⓜ,</a:t>
                </a:r>
                <a:r>
                  <a:rPr lang="en-C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sin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⁡𝜃 )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CA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How it relates to the algorithm:</a:t>
                </a:r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algorithm uses these trigonometric relationships to compute the endpoints of each spoke.</a:t>
                </a:r>
              </a:p>
              <a:p>
                <a:pPr fontAlgn="t"/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each spoke, the angle changes by 360/spokes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fontAlgn="t"/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endpoint of the spoke is calculated as: (</a:t>
                </a:r>
                <a:r>
                  <a:rPr lang="en-CA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x,y</a:t>
                </a:r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= (length x cos(theta), length x sin(theta))</a:t>
                </a:r>
              </a:p>
              <a:p>
                <a:pPr fontAlgn="t"/>
                <a:r>
                  <a:rPr lang="en-CA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is exactly what the figure demonstrates: converting an angle into Cartesian coordinates.</a:t>
                </a:r>
              </a:p>
              <a:p>
                <a:endParaRPr lang="en-CA" dirty="0"/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Why Trigonometry is Needed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figure shows that any point on a circle can be represented using cosine and sine of an angle.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algorithm on the next slide can leverage this to draw evenly spaced lines radiating from the center.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Without this concept, you’d have to manually calculate positions, which is inefficient.</a:t>
                </a:r>
              </a:p>
              <a:p>
                <a:endParaRPr lang="en-CA" dirty="0"/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Abstraction and Pattern 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figure is an abstraction: it shows the relationship between angle and position.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algorithm applies this abstraction repeatedly in a loop to create a radial pattern.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demonstrates computational thinking: break the problem into steps, use math to generalize.</a:t>
                </a:r>
              </a:p>
              <a:p>
                <a:endParaRPr lang="en-CA" dirty="0"/>
              </a:p>
              <a:p>
                <a:r>
                  <a:rPr lang="en-CA" dirty="0"/>
                  <a:t>All of mathematics is abstraction – and you took a lot of math to get here – so you actually have these skills already, you are just applying them to a different place. </a:t>
                </a:r>
              </a:p>
              <a:p>
                <a:endParaRPr lang="en-CA" dirty="0"/>
              </a:p>
              <a:p>
                <a:endParaRPr lang="en-CA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3953D-EA21-6405-1273-44EF1D50A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DFD1E-BA06-C243-A555-A00423D4FC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64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Start</a:t>
            </a:r>
          </a:p>
          <a:p>
            <a:pPr lvl="1"/>
            <a:r>
              <a:rPr lang="en-US" dirty="0"/>
              <a:t>Set a length and a spacing and a number of spokes such that 360/spokes is an even number (First we need the angle, and choose a length)</a:t>
            </a:r>
          </a:p>
          <a:p>
            <a:pPr lvl="1"/>
            <a:r>
              <a:rPr lang="en-US" dirty="0"/>
              <a:t>For each spoke: (Repeat until we have all spokes)</a:t>
            </a:r>
          </a:p>
          <a:p>
            <a:pPr lvl="2"/>
            <a:r>
              <a:rPr lang="en-US" dirty="0"/>
              <a:t>Calculate the angle as prior angle + 360/spokes degrees  (note the first one starts at 0, then we have 0+360/spokes, and then 0+360/spokes+360/spokes and so on – so there is a pattern)</a:t>
            </a:r>
          </a:p>
          <a:p>
            <a:pPr lvl="2"/>
            <a:r>
              <a:rPr lang="en-US" dirty="0"/>
              <a:t>Draw the line segment from 0,0 to length  cos(angle in radians), length  sin(angle in radians) </a:t>
            </a:r>
          </a:p>
          <a:p>
            <a:pPr lvl="1"/>
            <a:r>
              <a:rPr lang="en-US" dirty="0"/>
              <a:t>Draw two parallel lines each spacing distance from (0,0) the parallel lines should be 2  length and centered at 0,0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DFD1E-BA06-C243-A555-A00423D4FC5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52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0ACA-9847-6648-CEDC-105152E5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813E3-6DDF-C30B-7E8B-219830C40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66989-38C3-6649-82CB-02423DF02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</a:t>
            </a:r>
          </a:p>
          <a:p>
            <a:pPr lvl="1"/>
            <a:r>
              <a:rPr lang="en-US" dirty="0"/>
              <a:t>Set a length and a spacing and a number of spokes such that 360/spokes is an even number</a:t>
            </a:r>
          </a:p>
          <a:p>
            <a:pPr lvl="1"/>
            <a:r>
              <a:rPr lang="en-US" dirty="0"/>
              <a:t>For each spoke:</a:t>
            </a:r>
          </a:p>
          <a:p>
            <a:pPr lvl="2"/>
            <a:r>
              <a:rPr lang="en-US" dirty="0"/>
              <a:t>Calculate the angle as prior angle + 360/spokes degrees </a:t>
            </a:r>
          </a:p>
          <a:p>
            <a:pPr lvl="2"/>
            <a:r>
              <a:rPr lang="en-US" dirty="0"/>
              <a:t>Draw the line segment from 0,0 to length  cos(angle in radians), length  sin(angle in radians) </a:t>
            </a:r>
          </a:p>
          <a:p>
            <a:pPr lvl="1"/>
            <a:r>
              <a:rPr lang="en-US" dirty="0"/>
              <a:t>Draw two parallel lines each spacing distance from (0,0) the parallel lines should be 2  length and centered at 0,0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984F6-88CB-6026-E981-A0D39625A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DFD1E-BA06-C243-A555-A00423D4FC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41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A23AC-5E72-7993-FE5A-04EA80E91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CD5C8-26E6-8DC5-2163-4DB41A3CB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FF97C-1406-EA0E-14AA-A0654140C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</a:t>
            </a:r>
          </a:p>
          <a:p>
            <a:pPr lvl="1"/>
            <a:r>
              <a:rPr lang="en-US" dirty="0"/>
              <a:t>Set a length and a spacing and a number of spokes such that 360/spokes is an even number</a:t>
            </a:r>
          </a:p>
          <a:p>
            <a:pPr lvl="1"/>
            <a:r>
              <a:rPr lang="en-US" dirty="0"/>
              <a:t>For each spoke:</a:t>
            </a:r>
          </a:p>
          <a:p>
            <a:pPr lvl="2"/>
            <a:r>
              <a:rPr lang="en-US" dirty="0"/>
              <a:t>Calculate the angle as prior angle + 360/spokes degrees </a:t>
            </a:r>
          </a:p>
          <a:p>
            <a:pPr lvl="2"/>
            <a:r>
              <a:rPr lang="en-US" dirty="0"/>
              <a:t>Draw the line segment from 0,0 to length  cos(angle in radians), length  sin(angle in radians) </a:t>
            </a:r>
          </a:p>
          <a:p>
            <a:pPr lvl="1"/>
            <a:r>
              <a:rPr lang="en-US" dirty="0"/>
              <a:t>Draw two parallel lines each spacing distance from (0,0) the parallel lines should be 2  length and centered at 0,0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1B773-0D3E-9764-9AE7-978A37CEF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DFD1E-BA06-C243-A555-A00423D4FC5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78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discussion hopefully leading to an ”out” and ”back”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DFD1E-BA06-C243-A555-A00423D4FC5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73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DFD1E-BA06-C243-A555-A00423D4FC5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55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3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andrewgodbout/F2025CS1910/blob/main/lectures/L02/L02_examples.ipynb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forms.office.com/r/WZ91VHVH1T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C5BA-038A-1370-693A-933684213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8" y="2474895"/>
            <a:ext cx="6212764" cy="1908215"/>
          </a:xfrm>
          <a:noFill/>
          <a:ln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US" sz="4000">
                <a:solidFill>
                  <a:schemeClr val="tx1"/>
                </a:solidFill>
              </a:rPr>
              <a:t>CS 1910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7A82F3-F6C4-4325-8C9C-7DF1AD06B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0"/>
            <a:ext cx="40621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B9C7C-BEF1-C07A-6A77-DBDD7148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3732" y="2173266"/>
            <a:ext cx="3254408" cy="2511468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Computer Science I</a:t>
            </a:r>
          </a:p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Computational Thinking</a:t>
            </a:r>
          </a:p>
        </p:txBody>
      </p:sp>
    </p:spTree>
    <p:extLst>
      <p:ext uri="{BB962C8B-B14F-4D97-AF65-F5344CB8AC3E}">
        <p14:creationId xmlns:p14="http://schemas.microsoft.com/office/powerpoint/2010/main" val="300206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C4E3-91E1-D318-C9FD-C51C7FA7F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617" y="413885"/>
            <a:ext cx="7729728" cy="1188720"/>
          </a:xfrm>
        </p:spPr>
        <p:txBody>
          <a:bodyPr/>
          <a:lstStyle/>
          <a:p>
            <a:r>
              <a:rPr lang="en-US" dirty="0"/>
              <a:t>Another “Is this CS”?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AAE5B-1BEF-5BC6-978A-C5FB4386E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14" y="2046514"/>
            <a:ext cx="7729728" cy="2745743"/>
          </a:xfrm>
        </p:spPr>
        <p:txBody>
          <a:bodyPr/>
          <a:lstStyle/>
          <a:p>
            <a:r>
              <a:rPr lang="en-US" dirty="0"/>
              <a:t>Is this CS?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CB2A69-3F26-1310-C503-073894ED52D0}"/>
              </a:ext>
            </a:extLst>
          </p:cNvPr>
          <p:cNvSpPr txBox="1"/>
          <p:nvPr/>
        </p:nvSpPr>
        <p:spPr>
          <a:xfrm>
            <a:off x="428507" y="5864763"/>
            <a:ext cx="569918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https://www.stonehengeskyscape.co.uk/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33FF8-AFC4-640D-88A2-8E8AEB252AA7}"/>
              </a:ext>
            </a:extLst>
          </p:cNvPr>
          <p:cNvSpPr txBox="1"/>
          <p:nvPr/>
        </p:nvSpPr>
        <p:spPr>
          <a:xfrm>
            <a:off x="7051394" y="3112518"/>
            <a:ext cx="45700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Physical environment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Stitching of images together to create</a:t>
            </a:r>
          </a:p>
          <a:p>
            <a:r>
              <a:rPr lang="en-US" dirty="0"/>
              <a:t>a single virtual environment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Rendering of the stars based on the current</a:t>
            </a:r>
          </a:p>
          <a:p>
            <a:r>
              <a:rPr lang="en-US" dirty="0"/>
              <a:t>night sky.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0160D-18FF-7358-E81C-5E5E2E88D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86" y="2550614"/>
            <a:ext cx="6346536" cy="302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2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8652F-EDBC-BEA1-D53A-F46EBC75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Pair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ACEA7-7E10-3440-BCD5-82A6E0F59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822" y="1053884"/>
            <a:ext cx="6301899" cy="5300420"/>
          </a:xfrm>
        </p:spPr>
        <p:txBody>
          <a:bodyPr anchor="ctr">
            <a:normAutofit lnSpcReduction="10000"/>
          </a:bodyPr>
          <a:lstStyle/>
          <a:p>
            <a:r>
              <a:rPr lang="en-US" sz="2400" dirty="0"/>
              <a:t>Find a partner</a:t>
            </a:r>
          </a:p>
          <a:p>
            <a:r>
              <a:rPr lang="en-US" sz="2400" dirty="0"/>
              <a:t>One partner will </a:t>
            </a:r>
            <a:r>
              <a:rPr lang="en-US" sz="2400" b="1" dirty="0"/>
              <a:t>communicate</a:t>
            </a:r>
            <a:r>
              <a:rPr lang="en-US" sz="2400" dirty="0"/>
              <a:t>, one will </a:t>
            </a:r>
            <a:r>
              <a:rPr lang="en-US" sz="2400" b="1" dirty="0"/>
              <a:t>illustrate</a:t>
            </a:r>
          </a:p>
          <a:p>
            <a:r>
              <a:rPr lang="en-US" sz="2400" dirty="0"/>
              <a:t>The communicator receives a picture</a:t>
            </a:r>
          </a:p>
          <a:p>
            <a:pPr lvl="1"/>
            <a:r>
              <a:rPr lang="en-US" sz="2000" dirty="0"/>
              <a:t>Do </a:t>
            </a:r>
            <a:r>
              <a:rPr lang="en-US" sz="2000" b="1" dirty="0"/>
              <a:t>NOT</a:t>
            </a:r>
            <a:r>
              <a:rPr lang="en-US" sz="2000" dirty="0"/>
              <a:t> show your partner the picture</a:t>
            </a:r>
          </a:p>
          <a:p>
            <a:r>
              <a:rPr lang="en-US" sz="2400" dirty="0"/>
              <a:t>The illustrator gets out a pencil and blank paper</a:t>
            </a:r>
          </a:p>
          <a:p>
            <a:pPr lvl="1"/>
            <a:r>
              <a:rPr lang="en-US" sz="2000" dirty="0"/>
              <a:t>Do </a:t>
            </a:r>
            <a:r>
              <a:rPr lang="en-US" sz="2000" b="1" dirty="0"/>
              <a:t>NOT</a:t>
            </a:r>
            <a:r>
              <a:rPr lang="en-US" sz="2000" dirty="0"/>
              <a:t> show your partner your paper or work</a:t>
            </a:r>
          </a:p>
          <a:p>
            <a:r>
              <a:rPr lang="en-US" sz="2400" dirty="0"/>
              <a:t>Using only verbal instructions the communicator should tell the illustrator what to draw</a:t>
            </a:r>
          </a:p>
          <a:p>
            <a:pPr lvl="1"/>
            <a:r>
              <a:rPr lang="en-US" sz="2000" dirty="0"/>
              <a:t>No partner should peek at the others work and only the communicator can talk, the illustrator cannot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C78DA-28DF-E78B-8372-44F1E692C97F}"/>
              </a:ext>
            </a:extLst>
          </p:cNvPr>
          <p:cNvSpPr txBox="1"/>
          <p:nvPr/>
        </p:nvSpPr>
        <p:spPr>
          <a:xfrm>
            <a:off x="1117423" y="5582484"/>
            <a:ext cx="109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 minutes</a:t>
            </a:r>
          </a:p>
        </p:txBody>
      </p:sp>
    </p:spTree>
    <p:extLst>
      <p:ext uri="{BB962C8B-B14F-4D97-AF65-F5344CB8AC3E}">
        <p14:creationId xmlns:p14="http://schemas.microsoft.com/office/powerpoint/2010/main" val="129952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385A93-B239-BB99-81D3-86ECAF9E6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614" y="959604"/>
            <a:ext cx="5474776" cy="547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9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642D-31F3-76C0-09D7-FBCD97402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0A1CE-C8D1-BB91-C493-907E3073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Thinking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201A5-97AB-69A0-6096-44CFB1B86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24013"/>
          </a:xfrm>
        </p:spPr>
        <p:txBody>
          <a:bodyPr>
            <a:normAutofit/>
          </a:bodyPr>
          <a:lstStyle/>
          <a:p>
            <a:r>
              <a:rPr lang="en-US" dirty="0"/>
              <a:t>Formulating problems and solutions in a way that computers can use</a:t>
            </a:r>
          </a:p>
          <a:p>
            <a:pPr lvl="1"/>
            <a:r>
              <a:rPr lang="en-US" dirty="0"/>
              <a:t>Breaking down complex problems into smaller manageable parts</a:t>
            </a:r>
          </a:p>
          <a:p>
            <a:pPr lvl="1"/>
            <a:r>
              <a:rPr lang="en-US" dirty="0"/>
              <a:t>Recognizing patterns</a:t>
            </a:r>
          </a:p>
          <a:p>
            <a:pPr lvl="1"/>
            <a:r>
              <a:rPr lang="en-US" dirty="0"/>
              <a:t>Hiding away details that are not relevant to the task at hand</a:t>
            </a:r>
          </a:p>
          <a:p>
            <a:pPr lvl="1"/>
            <a:r>
              <a:rPr lang="en-US" dirty="0"/>
              <a:t>Developing step by step solutions</a:t>
            </a:r>
          </a:p>
          <a:p>
            <a:pPr lvl="1"/>
            <a:r>
              <a:rPr lang="en-US" dirty="0"/>
              <a:t>Establishing and checking facts</a:t>
            </a:r>
          </a:p>
          <a:p>
            <a:pPr lvl="1"/>
            <a:r>
              <a:rPr lang="en-US" dirty="0"/>
              <a:t>Translating specifications into machine instructions </a:t>
            </a:r>
          </a:p>
          <a:p>
            <a:pPr lvl="1"/>
            <a:r>
              <a:rPr lang="en-US" dirty="0"/>
              <a:t>Using the facts and patterns to evaluate outcomes</a:t>
            </a:r>
          </a:p>
        </p:txBody>
      </p:sp>
    </p:spTree>
    <p:extLst>
      <p:ext uri="{BB962C8B-B14F-4D97-AF65-F5344CB8AC3E}">
        <p14:creationId xmlns:p14="http://schemas.microsoft.com/office/powerpoint/2010/main" val="3056057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EAE7D-B9B1-AE09-3954-5165E766E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A111-F74F-687F-81D8-1289B9A7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Thinking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CB316-3749-6549-E685-E5839714A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24013"/>
          </a:xfrm>
        </p:spPr>
        <p:txBody>
          <a:bodyPr>
            <a:normAutofit/>
          </a:bodyPr>
          <a:lstStyle/>
          <a:p>
            <a:r>
              <a:rPr lang="en-US" dirty="0"/>
              <a:t>Formulating problems and solutions in a way that computers can use</a:t>
            </a:r>
          </a:p>
          <a:p>
            <a:pPr lvl="1"/>
            <a:r>
              <a:rPr lang="en-US" dirty="0"/>
              <a:t>Breaking down complex problems into smaller manageable parts</a:t>
            </a:r>
          </a:p>
          <a:p>
            <a:pPr lvl="1"/>
            <a:r>
              <a:rPr lang="en-US" dirty="0"/>
              <a:t>Recognizing patterns</a:t>
            </a:r>
          </a:p>
          <a:p>
            <a:pPr lvl="1"/>
            <a:r>
              <a:rPr lang="en-US" dirty="0"/>
              <a:t>Hiding away details that are not relevant to the task at hand</a:t>
            </a:r>
          </a:p>
          <a:p>
            <a:pPr lvl="1"/>
            <a:r>
              <a:rPr lang="en-US" dirty="0"/>
              <a:t>Developing step by step solutions</a:t>
            </a:r>
          </a:p>
          <a:p>
            <a:pPr lvl="1"/>
            <a:r>
              <a:rPr lang="en-US" dirty="0"/>
              <a:t>Establishing and checking facts</a:t>
            </a:r>
          </a:p>
          <a:p>
            <a:pPr lvl="1"/>
            <a:r>
              <a:rPr lang="en-US" dirty="0"/>
              <a:t>Translating specifications into machine instructions </a:t>
            </a:r>
          </a:p>
          <a:p>
            <a:pPr lvl="1"/>
            <a:r>
              <a:rPr lang="en-US" dirty="0"/>
              <a:t>Using the facts and patterns to evaluate outcomes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9152F3-4FDE-5513-E766-F16483AEA20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8173156" y="3244334"/>
            <a:ext cx="928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8F0E109-3568-F499-5C83-01693A1F94AE}"/>
              </a:ext>
            </a:extLst>
          </p:cNvPr>
          <p:cNvSpPr txBox="1"/>
          <p:nvPr/>
        </p:nvSpPr>
        <p:spPr>
          <a:xfrm>
            <a:off x="9101306" y="3059668"/>
            <a:ext cx="162576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Decomposition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407CE8-913C-043D-344A-C7B3CC8CD070}"/>
              </a:ext>
            </a:extLst>
          </p:cNvPr>
          <p:cNvSpPr txBox="1"/>
          <p:nvPr/>
        </p:nvSpPr>
        <p:spPr>
          <a:xfrm>
            <a:off x="9101306" y="4150590"/>
            <a:ext cx="207556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Algorithmic thinking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47A065-0F04-4F9F-7EC9-4A36A80CFCC4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858933" y="4317528"/>
            <a:ext cx="3242373" cy="17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C2E51D-896F-4D87-B8C5-D9375DCB254D}"/>
              </a:ext>
            </a:extLst>
          </p:cNvPr>
          <p:cNvCxnSpPr>
            <a:cxnSpLocks/>
          </p:cNvCxnSpPr>
          <p:nvPr/>
        </p:nvCxnSpPr>
        <p:spPr>
          <a:xfrm flipH="1" flipV="1">
            <a:off x="5633156" y="4673600"/>
            <a:ext cx="3372245" cy="96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3ED69DF-85E0-B92D-55EF-E0E192ADBB54}"/>
              </a:ext>
            </a:extLst>
          </p:cNvPr>
          <p:cNvSpPr txBox="1"/>
          <p:nvPr/>
        </p:nvSpPr>
        <p:spPr>
          <a:xfrm>
            <a:off x="9101306" y="4584970"/>
            <a:ext cx="67518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Logic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3A6DEF-D8FD-0F1B-6A96-44069180629D}"/>
              </a:ext>
            </a:extLst>
          </p:cNvPr>
          <p:cNvSpPr txBox="1"/>
          <p:nvPr/>
        </p:nvSpPr>
        <p:spPr>
          <a:xfrm>
            <a:off x="9101306" y="5013161"/>
            <a:ext cx="142122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Programming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3CF7D55-BA21-EB69-D9E4-B303DF9327E6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7112000" y="5046133"/>
            <a:ext cx="1989306" cy="151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69BEDA7-993F-6D8A-489F-EC112E20192C}"/>
              </a:ext>
            </a:extLst>
          </p:cNvPr>
          <p:cNvSpPr txBox="1"/>
          <p:nvPr/>
        </p:nvSpPr>
        <p:spPr>
          <a:xfrm>
            <a:off x="9101306" y="5402709"/>
            <a:ext cx="10957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Validation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7EFCA4-78B1-7D28-B15F-70EBC75DF1E3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009579" y="5464556"/>
            <a:ext cx="2091727" cy="122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36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E9CCF-3D8D-B42D-A456-D1C75F18C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8365"/>
            <a:ext cx="7729728" cy="1188720"/>
          </a:xfrm>
        </p:spPr>
        <p:txBody>
          <a:bodyPr/>
          <a:lstStyle/>
          <a:p>
            <a:r>
              <a:rPr lang="en-US" dirty="0"/>
              <a:t>Optical Illusions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43A0F6-1B7C-069A-2029-D0F5D89B7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93" y="1554613"/>
            <a:ext cx="3424631" cy="3424631"/>
          </a:xfrm>
          <a:prstGeom prst="rect">
            <a:avLst/>
          </a:prstGeom>
        </p:spPr>
      </p:pic>
      <p:sp>
        <p:nvSpPr>
          <p:cNvPr id="7" name="Cross 6">
            <a:extLst>
              <a:ext uri="{FF2B5EF4-FFF2-40B4-BE49-F238E27FC236}">
                <a16:creationId xmlns:a16="http://schemas.microsoft.com/office/drawing/2014/main" id="{DD3AFDAD-35D4-B230-39A5-B1A69543A4C5}"/>
              </a:ext>
            </a:extLst>
          </p:cNvPr>
          <p:cNvSpPr/>
          <p:nvPr/>
        </p:nvSpPr>
        <p:spPr>
          <a:xfrm>
            <a:off x="1875295" y="3429000"/>
            <a:ext cx="355841" cy="415734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BCB09B-5435-B71A-0C65-912A2F63C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74" y="1516845"/>
            <a:ext cx="3440448" cy="34324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6899EF-6C4F-3542-D93D-79B9C5D54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209" y="1554613"/>
            <a:ext cx="3440449" cy="34246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CB2586-3BFC-B83C-3F50-8ED6DDFFCA98}"/>
              </a:ext>
            </a:extLst>
          </p:cNvPr>
          <p:cNvSpPr txBox="1"/>
          <p:nvPr/>
        </p:nvSpPr>
        <p:spPr>
          <a:xfrm>
            <a:off x="417716" y="5928638"/>
            <a:ext cx="56741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Suppose we want to recreate these illusions</a:t>
            </a:r>
          </a:p>
          <a:p>
            <a:r>
              <a:rPr lang="en-US" sz="2400" dirty="0"/>
              <a:t>Can we use computational thinking to help?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FA4867-4F69-32ED-E0DF-6CBA4DD96074}"/>
              </a:ext>
            </a:extLst>
          </p:cNvPr>
          <p:cNvSpPr txBox="1"/>
          <p:nvPr/>
        </p:nvSpPr>
        <p:spPr>
          <a:xfrm>
            <a:off x="6416185" y="6475664"/>
            <a:ext cx="5548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credit: https://www.ritsumei.ac.jp/~akitaoka/index-e.html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C54D57-17B9-2B3F-6E56-8A2366960306}"/>
              </a:ext>
            </a:extLst>
          </p:cNvPr>
          <p:cNvSpPr txBox="1"/>
          <p:nvPr/>
        </p:nvSpPr>
        <p:spPr>
          <a:xfrm>
            <a:off x="671972" y="5017989"/>
            <a:ext cx="2406645" cy="646331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 pattern appears to bulge out of the page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B5CB5-0D6B-807F-D620-57AE31E9C90E}"/>
              </a:ext>
            </a:extLst>
          </p:cNvPr>
          <p:cNvSpPr txBox="1"/>
          <p:nvPr/>
        </p:nvSpPr>
        <p:spPr>
          <a:xfrm>
            <a:off x="4779110" y="5034766"/>
            <a:ext cx="2406645" cy="646331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 pattern appears to have waves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BE2EF1-C50B-ABF0-73E7-B9F21F2609F9}"/>
              </a:ext>
            </a:extLst>
          </p:cNvPr>
          <p:cNvSpPr txBox="1"/>
          <p:nvPr/>
        </p:nvSpPr>
        <p:spPr>
          <a:xfrm>
            <a:off x="8757541" y="5017988"/>
            <a:ext cx="2406645" cy="646331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Parallel lines appear to curve</a:t>
            </a:r>
          </a:p>
        </p:txBody>
      </p:sp>
    </p:spTree>
    <p:extLst>
      <p:ext uri="{BB962C8B-B14F-4D97-AF65-F5344CB8AC3E}">
        <p14:creationId xmlns:p14="http://schemas.microsoft.com/office/powerpoint/2010/main" val="1240013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7DA72C-8248-70ED-35EE-A2C4D7C20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A1C5C-F875-CB17-D8DB-9D0B19393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 anchorCtr="1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Optical Illusion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285D28-E7C9-615C-170C-2EF1F3C322B6}"/>
              </a:ext>
            </a:extLst>
          </p:cNvPr>
          <p:cNvSpPr txBox="1"/>
          <p:nvPr/>
        </p:nvSpPr>
        <p:spPr>
          <a:xfrm>
            <a:off x="643467" y="2638044"/>
            <a:ext cx="3587569" cy="3415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red lines are parallel but they have the illusion of being curved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21C7BF-B5D3-59BB-3442-62F34B118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567" y="123986"/>
            <a:ext cx="6735127" cy="673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0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EE180-A7E3-8C9B-29C8-5F7D24922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CEB5D-8128-6784-0F2A-82F466E41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1" y="965200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Initial Concerns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1A29FD-FF37-BAC4-2F28-91F5BA332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4288884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D34E33C1-50FA-3255-BD54-49FEBA9B3E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492" y="2901171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26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0FECB-2115-BD42-D0FE-CFA0ACFB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C15AE66-EE75-16CB-015A-6408FBA50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F4B2B7-B9CE-BA79-E3D8-5EFB730C2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AF49A-9987-AF9C-C55E-708A7A803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 anchorCtr="1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Optical Illusion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C4AA3-312B-5A2D-EE0E-036024F6C955}"/>
              </a:ext>
            </a:extLst>
          </p:cNvPr>
          <p:cNvSpPr txBox="1"/>
          <p:nvPr/>
        </p:nvSpPr>
        <p:spPr>
          <a:xfrm>
            <a:off x="643467" y="2638044"/>
            <a:ext cx="3587569" cy="3415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Based on what you explained to your partner – what are the key features of this particular illusion?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1E61D-708B-F968-3A8A-51CD97162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567" y="123986"/>
            <a:ext cx="6735127" cy="673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61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E3E0C-E490-A232-39A8-74FBC8871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1" y="807147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Abstraction: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Simplify the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D44CFF-2558-D881-18E6-BA013548AF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737567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3FAA70-7682-AB4B-1508-1148AF7BBF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492" y="2901171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47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2CCDE-7AD3-D088-6D74-744EA2610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76981CA-F746-2C89-D370-4DF97F0F3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0351D9-42AE-D62B-7A67-642D7303D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72DFEB-3C9F-F29C-74E6-172FD9575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80" y="434626"/>
            <a:ext cx="3725333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DECOMPOSITION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215CC6-FF17-0027-D8BE-14788E880C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285946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C2DAC4BB-1F8C-4408-CC73-280F4518B989}"/>
              </a:ext>
            </a:extLst>
          </p:cNvPr>
          <p:cNvSpPr txBox="1">
            <a:spLocks/>
          </p:cNvSpPr>
          <p:nvPr/>
        </p:nvSpPr>
        <p:spPr>
          <a:xfrm>
            <a:off x="-1073661" y="1977586"/>
            <a:ext cx="6801612" cy="536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FFFF"/>
                </a:solidFill>
              </a:rPr>
              <a:t>Breaking the problem into manageable bits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E257FF-DB4C-9CBF-CD31-40298782F5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492" y="2901171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685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E2010-C962-F258-A212-0F88BE9DE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ED03601-4724-4293-A32A-3A0879C5D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433AC3-E189-483B-9E8C-DFD5D2A18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2D4EBC-58F4-5FB9-AB28-C7B3998D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Decomposition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7940F24-FB8A-128A-4336-AECE1D41B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5194" y="5688535"/>
            <a:ext cx="6801612" cy="536125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Breaking the problem into manageable bits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</a:rPr>
              <a:t>Break it down only as far as you need to define a sketch of a solution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A77DF-7978-3961-9CDE-1A5560AF8544}"/>
              </a:ext>
            </a:extLst>
          </p:cNvPr>
          <p:cNvSpPr txBox="1"/>
          <p:nvPr/>
        </p:nvSpPr>
        <p:spPr>
          <a:xfrm>
            <a:off x="4106539" y="886877"/>
            <a:ext cx="421480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Step 1: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Setting a </a:t>
            </a:r>
            <a:r>
              <a:rPr lang="en-US" sz="2800" dirty="0" err="1"/>
              <a:t>centre</a:t>
            </a:r>
            <a:r>
              <a:rPr lang="en-US" sz="2800" dirty="0"/>
              <a:t>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Step 2: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Drawing line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Step 3: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Computing angles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9CF587C2-F5A3-2B04-687F-0772A3A06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16" y="633340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27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D133-497F-0A9E-7250-00A610B5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81FC-EB53-B244-1571-4371A225F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0304" y="2582334"/>
            <a:ext cx="4939140" cy="3953994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Each line segment </a:t>
            </a:r>
          </a:p>
          <a:p>
            <a:pPr lvl="1"/>
            <a:r>
              <a:rPr lang="en-US" sz="2000" dirty="0"/>
              <a:t>same length and width</a:t>
            </a:r>
          </a:p>
          <a:p>
            <a:pPr lvl="1"/>
            <a:r>
              <a:rPr lang="en-US" sz="2000" dirty="0"/>
              <a:t>equally spaced around the circle</a:t>
            </a:r>
          </a:p>
          <a:p>
            <a:pPr lvl="1"/>
            <a:r>
              <a:rPr lang="en-US" sz="2000" dirty="0"/>
              <a:t>Radiate out from the same starting point </a:t>
            </a:r>
          </a:p>
          <a:p>
            <a:pPr lvl="2"/>
            <a:r>
              <a:rPr lang="en-US" sz="2000" dirty="0"/>
              <a:t>(or are centered at that same point)</a:t>
            </a:r>
          </a:p>
          <a:p>
            <a:r>
              <a:rPr lang="en-US" sz="2400" dirty="0"/>
              <a:t>The two vertical lines are parallel and same length / width, equal distance from the center point</a:t>
            </a:r>
          </a:p>
          <a:p>
            <a:r>
              <a:rPr lang="en-US" sz="2400" b="1" dirty="0"/>
              <a:t>Insight – </a:t>
            </a:r>
            <a:r>
              <a:rPr lang="en-US" sz="2400" dirty="0"/>
              <a:t>there is</a:t>
            </a:r>
            <a:r>
              <a:rPr lang="en-US" sz="2400" b="1" dirty="0"/>
              <a:t> symmetry</a:t>
            </a:r>
            <a:r>
              <a:rPr lang="en-US" sz="2400" dirty="0"/>
              <a:t> - the pattern is rotationally symmetric around the </a:t>
            </a:r>
            <a:r>
              <a:rPr lang="en-US" sz="2400" dirty="0" err="1"/>
              <a:t>centre</a:t>
            </a:r>
            <a:r>
              <a:rPr lang="en-US" sz="2400" dirty="0"/>
              <a:t>.</a:t>
            </a:r>
          </a:p>
          <a:p>
            <a:r>
              <a:rPr lang="en-US" sz="2400" b="1" dirty="0"/>
              <a:t>Insight – </a:t>
            </a:r>
            <a:r>
              <a:rPr lang="en-US" sz="2400" dirty="0"/>
              <a:t>Length of lines creates the circle!</a:t>
            </a:r>
          </a:p>
          <a:p>
            <a:endParaRPr lang="en-US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1338AF-9DAD-6CB9-D704-88C92EEFD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84" y="2876802"/>
            <a:ext cx="2384817" cy="23848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3ADBCB-5332-839D-6424-32109D65740B}"/>
              </a:ext>
            </a:extLst>
          </p:cNvPr>
          <p:cNvSpPr txBox="1"/>
          <p:nvPr/>
        </p:nvSpPr>
        <p:spPr>
          <a:xfrm>
            <a:off x="8473025" y="3607545"/>
            <a:ext cx="3119707" cy="1200329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If we can draw one line segment at a specific angle from a specific point we can complete the whole illusion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69CB08A-16B1-1412-E98D-473693ADEB36}"/>
              </a:ext>
            </a:extLst>
          </p:cNvPr>
          <p:cNvSpPr/>
          <p:nvPr/>
        </p:nvSpPr>
        <p:spPr>
          <a:xfrm>
            <a:off x="7950438" y="2278170"/>
            <a:ext cx="331593" cy="385907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95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91344-96CE-2001-3D31-AB1F83B1F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CC766-5F8F-93CB-4745-67DCB8738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581599"/>
            <a:ext cx="7729728" cy="3751467"/>
          </a:xfrm>
        </p:spPr>
        <p:txBody>
          <a:bodyPr>
            <a:normAutofit/>
          </a:bodyPr>
          <a:lstStyle/>
          <a:p>
            <a:r>
              <a:rPr lang="en-US" sz="2400" dirty="0"/>
              <a:t>How many “spokes”?</a:t>
            </a:r>
          </a:p>
          <a:p>
            <a:r>
              <a:rPr lang="en-US" sz="2400" dirty="0"/>
              <a:t>Each spoke has an exact mirror </a:t>
            </a:r>
          </a:p>
          <a:p>
            <a:pPr lvl="1"/>
            <a:r>
              <a:rPr lang="en-US" sz="2000" dirty="0"/>
              <a:t>This could reduce computation and complexity </a:t>
            </a:r>
          </a:p>
          <a:p>
            <a:r>
              <a:rPr lang="en-US" sz="2400" dirty="0"/>
              <a:t>Angles between each spoke should be equal </a:t>
            </a:r>
          </a:p>
          <a:p>
            <a:r>
              <a:rPr lang="en-US" sz="2400" dirty="0"/>
              <a:t>Use our insight of symmetry:</a:t>
            </a:r>
          </a:p>
          <a:p>
            <a:pPr lvl="1"/>
            <a:r>
              <a:rPr lang="en-US" sz="2200" dirty="0"/>
              <a:t>Angles should divide evenly into 360 degrees – why?</a:t>
            </a:r>
          </a:p>
          <a:p>
            <a:pPr lvl="1"/>
            <a:r>
              <a:rPr lang="en-US" sz="2200" dirty="0"/>
              <a:t>Parallel lines are spaced equally on either side of the center</a:t>
            </a:r>
          </a:p>
        </p:txBody>
      </p:sp>
    </p:spTree>
    <p:extLst>
      <p:ext uri="{BB962C8B-B14F-4D97-AF65-F5344CB8AC3E}">
        <p14:creationId xmlns:p14="http://schemas.microsoft.com/office/powerpoint/2010/main" val="646228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C9998-FDD6-2834-EBAF-DC41489FF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E9C0B69-49AE-FF40-CBF7-40790C52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64A7EE-291D-4C94-96C1-B32BE66C9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16D98-1110-A046-F67C-FA60087D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80" y="434626"/>
            <a:ext cx="3725333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DECOMPOSITION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1348DC-A009-7DA8-F411-35E2EB0FB4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987161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83918FB7-C433-0429-6088-7613599FE88E}"/>
              </a:ext>
            </a:extLst>
          </p:cNvPr>
          <p:cNvSpPr txBox="1">
            <a:spLocks/>
          </p:cNvSpPr>
          <p:nvPr/>
        </p:nvSpPr>
        <p:spPr>
          <a:xfrm>
            <a:off x="-1073661" y="1990118"/>
            <a:ext cx="6801612" cy="7415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Breaking the problem down into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FFFFFF"/>
                </a:solidFill>
                <a:latin typeface="Gill Sans MT" panose="020B0502020104020203"/>
              </a:rPr>
              <a:t>even smaller steps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872E35-3A9A-0CE7-7303-1569F3406C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492" y="2901171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50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9AFB-587F-1508-4C89-BDF25BA21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/>
              <a:t>Algorithm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20C4FFF2-BB58-F2D8-0E13-EAF791460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60533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22893CC-6785-9845-65B1-041B582CA1E3}"/>
              </a:ext>
            </a:extLst>
          </p:cNvPr>
          <p:cNvSpPr txBox="1"/>
          <p:nvPr/>
        </p:nvSpPr>
        <p:spPr>
          <a:xfrm>
            <a:off x="3048000" y="524697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800" dirty="0"/>
              <a:t>Algorithms are different than programming – a computer program will often </a:t>
            </a:r>
            <a:r>
              <a:rPr lang="en-US" sz="1800" b="1" dirty="0"/>
              <a:t>implement </a:t>
            </a:r>
            <a:r>
              <a:rPr lang="en-US" b="1" dirty="0"/>
              <a:t>an algorithm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15303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F5F-C512-43E1-9BED-2AE051119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9FB02-7BC1-6011-469C-2DC96A0CA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dirty="0"/>
              <a:t>Human readable / informal</a:t>
            </a:r>
          </a:p>
          <a:p>
            <a:r>
              <a:rPr lang="en-US" sz="2400" dirty="0"/>
              <a:t>Not a programming language (meaning that it cannot be interpreted by a machine directly)</a:t>
            </a:r>
          </a:p>
          <a:p>
            <a:r>
              <a:rPr lang="en-US" sz="2400" dirty="0"/>
              <a:t>Outline the logic and structure using plain language and programming constructs</a:t>
            </a:r>
          </a:p>
          <a:p>
            <a:pPr lvl="1"/>
            <a:r>
              <a:rPr lang="en-US" sz="2000" dirty="0"/>
              <a:t>Steps combined into Blocks</a:t>
            </a:r>
          </a:p>
          <a:p>
            <a:pPr lvl="1"/>
            <a:r>
              <a:rPr lang="en-US" sz="2000" dirty="0"/>
              <a:t>Blocks may repeat</a:t>
            </a:r>
          </a:p>
          <a:p>
            <a:pPr lvl="1"/>
            <a:r>
              <a:rPr lang="en-US" sz="2000" dirty="0"/>
              <a:t>Blacks may only occur when particular facts are true (decision points)</a:t>
            </a:r>
          </a:p>
          <a:p>
            <a:r>
              <a:rPr lang="en-US" sz="2400" dirty="0"/>
              <a:t>Helps with planning before we move to trying to translate it into a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2069194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03EC73-6377-683F-B974-E88D71446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253A145-009F-D85C-6204-282AC803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69534E-56B8-734F-51F5-B932FA11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338E3-9B31-501D-459A-E1AB9E523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80" y="434626"/>
            <a:ext cx="3725333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Known and Unknown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81BE66-5CA4-1DF4-062E-436DDA5A3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251720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D0043496-D6C5-EC09-5928-493692A86652}"/>
              </a:ext>
            </a:extLst>
          </p:cNvPr>
          <p:cNvSpPr txBox="1">
            <a:spLocks/>
          </p:cNvSpPr>
          <p:nvPr/>
        </p:nvSpPr>
        <p:spPr>
          <a:xfrm>
            <a:off x="-1073661" y="1990118"/>
            <a:ext cx="6801612" cy="741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What facts do we know?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3E01DD-461E-A66B-2E19-BE417AECAD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492" y="2901171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67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D74B-9C68-0AEE-D901-93325676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0"/>
            <a:ext cx="7729728" cy="1188720"/>
          </a:xfrm>
        </p:spPr>
        <p:txBody>
          <a:bodyPr/>
          <a:lstStyle/>
          <a:p>
            <a:r>
              <a:rPr lang="en-US" dirty="0"/>
              <a:t>Unit Circle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F1EA79-B36C-F1CF-9AC7-DCF321840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267" y="1514834"/>
            <a:ext cx="4897465" cy="459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3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550A77-F009-6C8C-2544-3B8FDCA0C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7F41-281E-E0D8-84EB-001BE756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158" y="149780"/>
            <a:ext cx="7729728" cy="1188720"/>
          </a:xfrm>
        </p:spPr>
        <p:txBody>
          <a:bodyPr/>
          <a:lstStyle/>
          <a:p>
            <a:r>
              <a:rPr lang="en-US" dirty="0"/>
              <a:t>Unit Circle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26FF3F-3EFB-7140-C4BB-BB9D99213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267" y="1514834"/>
            <a:ext cx="4897465" cy="459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57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A432D-2F21-E539-78E3-6E70D20C6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8C644-3F82-FB8F-C968-9DAF5D091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537" y="2309247"/>
            <a:ext cx="6896747" cy="4039806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F72AD7-BFAA-ECC4-1216-11A6C170E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84" y="2876802"/>
            <a:ext cx="3288928" cy="32889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FA78A7-0811-DF67-CE59-B0A2CBF726D0}"/>
              </a:ext>
            </a:extLst>
          </p:cNvPr>
          <p:cNvSpPr txBox="1"/>
          <p:nvPr/>
        </p:nvSpPr>
        <p:spPr>
          <a:xfrm>
            <a:off x="9960864" y="139615"/>
            <a:ext cx="186916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Class Discussion</a:t>
            </a:r>
          </a:p>
          <a:p>
            <a:r>
              <a:rPr lang="en-US" dirty="0"/>
              <a:t>Solution on board</a:t>
            </a:r>
          </a:p>
        </p:txBody>
      </p:sp>
    </p:spTree>
    <p:extLst>
      <p:ext uri="{BB962C8B-B14F-4D97-AF65-F5344CB8AC3E}">
        <p14:creationId xmlns:p14="http://schemas.microsoft.com/office/powerpoint/2010/main" val="3462791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5EDA-F07A-6326-7990-F6A810AF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9450-F1DD-AC38-226E-DA7D67BFE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F3A57-BCCF-E171-2953-D36ADB745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537" y="2309247"/>
            <a:ext cx="6896747" cy="4039806"/>
          </a:xfrm>
        </p:spPr>
        <p:txBody>
          <a:bodyPr>
            <a:normAutofit/>
          </a:bodyPr>
          <a:lstStyle/>
          <a:p>
            <a:r>
              <a:rPr lang="en-US" dirty="0"/>
              <a:t>START</a:t>
            </a:r>
          </a:p>
          <a:p>
            <a:pPr lvl="1"/>
            <a:r>
              <a:rPr lang="en-US" dirty="0"/>
              <a:t>Set a length and a spacing and a number of spokes such that 360/spokes is an even number (why? – we need a length and angle)</a:t>
            </a:r>
          </a:p>
          <a:p>
            <a:pPr lvl="1"/>
            <a:r>
              <a:rPr lang="en-US" dirty="0"/>
              <a:t>For each spoke:</a:t>
            </a:r>
          </a:p>
          <a:p>
            <a:pPr lvl="2"/>
            <a:r>
              <a:rPr lang="en-US" dirty="0"/>
              <a:t>Calculate the angle as prior angle + 360/spokes degrees </a:t>
            </a:r>
          </a:p>
          <a:p>
            <a:pPr lvl="2"/>
            <a:r>
              <a:rPr lang="en-US" dirty="0"/>
              <a:t>Draw the line segment from 0,0 to length  cos(angle in radians), length  sin(angle in radians) </a:t>
            </a:r>
          </a:p>
          <a:p>
            <a:pPr lvl="1"/>
            <a:r>
              <a:rPr lang="en-US" dirty="0"/>
              <a:t>Draw two parallel lines each spacing distance from (0,0) the parallel lines should be 2  length and centered at 0,0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C26C50-97F7-6716-0B2B-6683E1292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84" y="2876802"/>
            <a:ext cx="3288928" cy="328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4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AFE10-1EAD-D7C4-1003-27A9DA9D8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32F9-F34F-6E5D-A74A-EDBADBE63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Pseudo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24A29-DE1E-EB79-C815-96CAEF4DA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537" y="2309247"/>
            <a:ext cx="6896747" cy="4039806"/>
          </a:xfrm>
        </p:spPr>
        <p:txBody>
          <a:bodyPr>
            <a:normAutofit/>
          </a:bodyPr>
          <a:lstStyle/>
          <a:p>
            <a:r>
              <a:rPr lang="en-US" dirty="0"/>
              <a:t>START</a:t>
            </a:r>
          </a:p>
          <a:p>
            <a:pPr lvl="1"/>
            <a:r>
              <a:rPr lang="en-US" dirty="0"/>
              <a:t>Set a length and a spacing and a number of spokes such that 360/spokes is an even number (why? – we need a length and angle)</a:t>
            </a:r>
          </a:p>
          <a:p>
            <a:pPr lvl="1"/>
            <a:r>
              <a:rPr lang="en-US" dirty="0"/>
              <a:t>For each spoke:</a:t>
            </a:r>
          </a:p>
          <a:p>
            <a:pPr lvl="2"/>
            <a:r>
              <a:rPr lang="en-US" dirty="0"/>
              <a:t>Calculate the angle as prior angle + 360/spokes degrees </a:t>
            </a:r>
          </a:p>
          <a:p>
            <a:pPr lvl="2"/>
            <a:r>
              <a:rPr lang="en-US" dirty="0"/>
              <a:t>Draw a line segment from the left side of the circle to the right side of the circle so that I have half as many lines to draw.</a:t>
            </a:r>
          </a:p>
          <a:p>
            <a:pPr lvl="1"/>
            <a:r>
              <a:rPr lang="en-US" dirty="0"/>
              <a:t>Draw two parallel lines each spacing distance from (0,0) the parallel lines should be 2  length and centered at 0,0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AD94D3-6660-D282-FB2C-D7CA4EB55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84" y="2876802"/>
            <a:ext cx="3288928" cy="32889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C795D2-0417-EFFF-3AD9-1E4F3F81F5B3}"/>
              </a:ext>
            </a:extLst>
          </p:cNvPr>
          <p:cNvSpPr txBox="1"/>
          <p:nvPr/>
        </p:nvSpPr>
        <p:spPr>
          <a:xfrm>
            <a:off x="9960864" y="139615"/>
            <a:ext cx="186916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Class Discussion</a:t>
            </a:r>
          </a:p>
          <a:p>
            <a:r>
              <a:rPr lang="en-US" dirty="0"/>
              <a:t>Solution on board</a:t>
            </a:r>
          </a:p>
        </p:txBody>
      </p:sp>
    </p:spTree>
    <p:extLst>
      <p:ext uri="{BB962C8B-B14F-4D97-AF65-F5344CB8AC3E}">
        <p14:creationId xmlns:p14="http://schemas.microsoft.com/office/powerpoint/2010/main" val="852908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3420-11F2-5230-178C-6F581395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0BEFF-2FF2-7C58-DC38-7CE0DB095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638044"/>
            <a:ext cx="8112077" cy="3101983"/>
          </a:xfrm>
        </p:spPr>
        <p:txBody>
          <a:bodyPr/>
          <a:lstStyle/>
          <a:p>
            <a:r>
              <a:rPr lang="en-US" dirty="0"/>
              <a:t>Follow along today’s code: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https://colab.research.google.com/github/andrewgodbout/F2025CS1910/blob/main/lectures/L02/L02_examples.ipynb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014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E1BB26-0F59-3AD0-D9CA-DB65FED4B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 anchorCtr="1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5CC9D8-56CB-CA98-9C6A-B1E8BDED7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Obviously. this is a little ahead of our Python learning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Do not be alarmed you are not expected to be able to go from the pseudo code to this today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7441AB-1D74-F3A1-E51D-A72159E2A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351" y="0"/>
            <a:ext cx="6333181" cy="686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657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DFC90-8A3B-12F2-0B05-07CA7986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EEEFA-3507-895A-D63F-765F64A48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 anchorCtr="1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F9B893-BBB7-B7DC-FEDA-45991D78C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D783F9-F61D-E507-3F46-34D07BC7B6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805" t="-8" r="25526" b="8"/>
          <a:stretch>
            <a:fillRect/>
          </a:stretch>
        </p:blipFill>
        <p:spPr>
          <a:xfrm>
            <a:off x="5397801" y="-1964"/>
            <a:ext cx="6003977" cy="68599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CF34EE-ADFD-1768-F077-792F354DFAE5}"/>
              </a:ext>
            </a:extLst>
          </p:cNvPr>
          <p:cNvSpPr txBox="1"/>
          <p:nvPr/>
        </p:nvSpPr>
        <p:spPr>
          <a:xfrm>
            <a:off x="9252487" y="1616421"/>
            <a:ext cx="195738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List of angles but only covering half a circle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6AA6A78-AAB5-A05E-1893-B18B1756AB0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508982" y="2539751"/>
            <a:ext cx="1722195" cy="474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855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DBC6A-7204-5541-C0B7-9CC3B9F3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1B1A7-D245-8CD3-5E41-827793037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Does the illusion visually appear when plotted?</a:t>
            </a:r>
          </a:p>
          <a:p>
            <a:endParaRPr lang="en-US" dirty="0"/>
          </a:p>
          <a:p>
            <a:r>
              <a:rPr lang="en-US" dirty="0"/>
              <a:t>Are the spokes equally spaced?</a:t>
            </a:r>
          </a:p>
          <a:p>
            <a:r>
              <a:rPr lang="en-US" dirty="0"/>
              <a:t>Are we missing any spokes (the last one)?</a:t>
            </a:r>
          </a:p>
          <a:p>
            <a:r>
              <a:rPr lang="en-US" dirty="0"/>
              <a:t>Is the plot centered?</a:t>
            </a:r>
          </a:p>
        </p:txBody>
      </p:sp>
    </p:spTree>
    <p:extLst>
      <p:ext uri="{BB962C8B-B14F-4D97-AF65-F5344CB8AC3E}">
        <p14:creationId xmlns:p14="http://schemas.microsoft.com/office/powerpoint/2010/main" val="1371132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47065-7FF1-8E92-1C3F-FEDC42B98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Turtle Draw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903BEE-FDCF-7541-F61C-46832F0BF6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415413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6680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0C67B8-C984-3058-61B3-50F03A2E8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81" y="3341467"/>
            <a:ext cx="6545503" cy="2430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4C2D4B-532B-F5F8-79D4-1A3F4AC2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Hello World</a:t>
            </a:r>
            <a:r>
              <a:rPr lang="en-US" dirty="0"/>
              <a:t>  Hello Turtle Line</a:t>
            </a:r>
            <a:endParaRPr lang="en-US" strike="sngStrik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C9804-8D65-DCA4-9DE7-3F55DD9DE146}"/>
              </a:ext>
            </a:extLst>
          </p:cNvPr>
          <p:cNvSpPr txBox="1"/>
          <p:nvPr/>
        </p:nvSpPr>
        <p:spPr>
          <a:xfrm>
            <a:off x="4379220" y="0"/>
            <a:ext cx="7812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A program that prints hello world to the screen is a traditional first CS program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368EEA-BF7F-933E-870B-4B86268C3435}"/>
              </a:ext>
            </a:extLst>
          </p:cNvPr>
          <p:cNvCxnSpPr>
            <a:cxnSpLocks/>
          </p:cNvCxnSpPr>
          <p:nvPr/>
        </p:nvCxnSpPr>
        <p:spPr>
          <a:xfrm flipH="1" flipV="1">
            <a:off x="3408218" y="3633428"/>
            <a:ext cx="4603173" cy="690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A9548D-AC0B-3B33-B0D1-C2823F4BA17C}"/>
              </a:ext>
            </a:extLst>
          </p:cNvPr>
          <p:cNvSpPr txBox="1"/>
          <p:nvPr/>
        </p:nvSpPr>
        <p:spPr>
          <a:xfrm>
            <a:off x="7031685" y="4217179"/>
            <a:ext cx="488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hash mark (#) indicates that the rest of the writing on this line is not code to be executed but rather a </a:t>
            </a:r>
            <a:r>
              <a:rPr lang="en-US" b="1" dirty="0"/>
              <a:t>comment, </a:t>
            </a:r>
            <a:r>
              <a:rPr lang="en-US" dirty="0"/>
              <a:t>often to help explain something or aid readability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A0367C-5774-2275-01A3-7DFDCAAD3C0E}"/>
              </a:ext>
            </a:extLst>
          </p:cNvPr>
          <p:cNvCxnSpPr>
            <a:cxnSpLocks/>
          </p:cNvCxnSpPr>
          <p:nvPr/>
        </p:nvCxnSpPr>
        <p:spPr>
          <a:xfrm flipH="1" flipV="1">
            <a:off x="3223647" y="5149366"/>
            <a:ext cx="4548753" cy="851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63C873-9B14-0DA3-8182-2729A28E9E97}"/>
              </a:ext>
            </a:extLst>
          </p:cNvPr>
          <p:cNvCxnSpPr>
            <a:cxnSpLocks/>
          </p:cNvCxnSpPr>
          <p:nvPr/>
        </p:nvCxnSpPr>
        <p:spPr>
          <a:xfrm flipH="1" flipV="1">
            <a:off x="3223647" y="5594888"/>
            <a:ext cx="4548753" cy="406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ECA0A4-13E5-8208-07FC-78BC8FAE0982}"/>
              </a:ext>
            </a:extLst>
          </p:cNvPr>
          <p:cNvSpPr txBox="1"/>
          <p:nvPr/>
        </p:nvSpPr>
        <p:spPr>
          <a:xfrm>
            <a:off x="7836404" y="5836029"/>
            <a:ext cx="4248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calls (a function is a group of code</a:t>
            </a:r>
          </a:p>
          <a:p>
            <a:r>
              <a:rPr lang="en-US" dirty="0"/>
              <a:t>to accomplish something) </a:t>
            </a:r>
          </a:p>
        </p:txBody>
      </p:sp>
    </p:spTree>
    <p:extLst>
      <p:ext uri="{BB962C8B-B14F-4D97-AF65-F5344CB8AC3E}">
        <p14:creationId xmlns:p14="http://schemas.microsoft.com/office/powerpoint/2010/main" val="10790854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5C89-2ADE-2667-0567-51E05E370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Turtle Do (API)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13E286-80AE-5A89-8F4A-722AA3FF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 (units) – move turtle forward by units </a:t>
            </a:r>
          </a:p>
          <a:p>
            <a:r>
              <a:rPr lang="en-US" dirty="0"/>
              <a:t>backward(units) – move turtle backward by units</a:t>
            </a:r>
          </a:p>
          <a:p>
            <a:r>
              <a:rPr lang="en-US" dirty="0"/>
              <a:t>right(degrees) – rotate to the right by degrees</a:t>
            </a:r>
          </a:p>
          <a:p>
            <a:r>
              <a:rPr lang="en-US" dirty="0"/>
              <a:t>left(degrees) – rotate to the left by degrees</a:t>
            </a:r>
          </a:p>
          <a:p>
            <a:r>
              <a:rPr lang="en-US" dirty="0"/>
              <a:t>up() – pick the pen up (future movement will produce no trail)</a:t>
            </a:r>
          </a:p>
          <a:p>
            <a:r>
              <a:rPr lang="en-US" dirty="0"/>
              <a:t>down() – put the pen down</a:t>
            </a:r>
          </a:p>
          <a:p>
            <a:r>
              <a:rPr lang="en-US" dirty="0" err="1"/>
              <a:t>setx</a:t>
            </a:r>
            <a:r>
              <a:rPr lang="en-US" dirty="0"/>
              <a:t>(x), </a:t>
            </a:r>
            <a:r>
              <a:rPr lang="en-US" dirty="0" err="1"/>
              <a:t>sety</a:t>
            </a:r>
            <a:r>
              <a:rPr lang="en-US" dirty="0"/>
              <a:t>(y), set the turtle’s position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AFA54-4C98-974F-F97D-106425607147}"/>
              </a:ext>
            </a:extLst>
          </p:cNvPr>
          <p:cNvSpPr txBox="1"/>
          <p:nvPr/>
        </p:nvSpPr>
        <p:spPr>
          <a:xfrm>
            <a:off x="8601560" y="2782669"/>
            <a:ext cx="3094495" cy="646331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 selection of things available in the turtle library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62A3B-0B46-B6CE-647B-387F0CC7D3F3}"/>
              </a:ext>
            </a:extLst>
          </p:cNvPr>
          <p:cNvSpPr txBox="1"/>
          <p:nvPr/>
        </p:nvSpPr>
        <p:spPr>
          <a:xfrm>
            <a:off x="3247179" y="6488668"/>
            <a:ext cx="8944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Colab</a:t>
            </a:r>
            <a:r>
              <a:rPr lang="en-US" dirty="0"/>
              <a:t> Turtle API: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mathriddle</a:t>
            </a:r>
            <a:r>
              <a:rPr lang="en-US" dirty="0"/>
              <a:t>/</a:t>
            </a:r>
            <a:r>
              <a:rPr lang="en-US" dirty="0" err="1"/>
              <a:t>ColabTurtlePlus</a:t>
            </a:r>
            <a:r>
              <a:rPr lang="en-US" dirty="0"/>
              <a:t>/blob/main/</a:t>
            </a:r>
            <a:r>
              <a:rPr lang="en-US" dirty="0" err="1"/>
              <a:t>Documentation.md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821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BCF0-2F01-C2B3-BA8C-409932FBF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a Square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F54F4-F99C-8671-26AF-22A472B0C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Side length 50 units</a:t>
            </a:r>
          </a:p>
        </p:txBody>
      </p:sp>
    </p:spTree>
    <p:extLst>
      <p:ext uri="{BB962C8B-B14F-4D97-AF65-F5344CB8AC3E}">
        <p14:creationId xmlns:p14="http://schemas.microsoft.com/office/powerpoint/2010/main" val="29703111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39EB7-CAD1-E3E1-56AA-DE7C1562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308DF-B1A4-0D84-6FA3-44B102D7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Draw a Square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1FD9DD-D30A-13A4-8295-D6EC9F8D4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946" y="545927"/>
            <a:ext cx="5108864" cy="576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11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52E8-2186-B0C9-C364-F6AD3297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Code Hering Illustration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03883-AC6B-51D4-2C0E-5AC0FCB43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36566"/>
            <a:ext cx="4437683" cy="3824749"/>
          </a:xfrm>
        </p:spPr>
        <p:txBody>
          <a:bodyPr/>
          <a:lstStyle/>
          <a:p>
            <a:r>
              <a:rPr lang="en-US" dirty="0"/>
              <a:t>Turtle Pseudo Code:</a:t>
            </a:r>
          </a:p>
          <a:p>
            <a:pPr lvl="1"/>
            <a:r>
              <a:rPr lang="en-US" dirty="0"/>
              <a:t>Develop as class on board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A2771-B334-2987-3E72-27EB9F58596B}"/>
              </a:ext>
            </a:extLst>
          </p:cNvPr>
          <p:cNvSpPr txBox="1">
            <a:spLocks/>
          </p:cNvSpPr>
          <p:nvPr/>
        </p:nvSpPr>
        <p:spPr>
          <a:xfrm>
            <a:off x="960275" y="2436566"/>
            <a:ext cx="4123169" cy="3824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Old Pseudo Code with plotting:</a:t>
            </a:r>
          </a:p>
          <a:p>
            <a:r>
              <a:rPr lang="en-US" dirty="0"/>
              <a:t>Given 360 / num of spokes angles</a:t>
            </a:r>
          </a:p>
          <a:p>
            <a:r>
              <a:rPr lang="en-US" dirty="0"/>
              <a:t>For each angle </a:t>
            </a:r>
          </a:p>
          <a:p>
            <a:pPr lvl="1"/>
            <a:r>
              <a:rPr lang="en-US" dirty="0"/>
              <a:t>draw a line segment from 0,0 to length  cos(angle), length  sin(angle)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B3B9E-D633-39CA-139A-EE1576E30E13}"/>
              </a:ext>
            </a:extLst>
          </p:cNvPr>
          <p:cNvSpPr txBox="1"/>
          <p:nvPr/>
        </p:nvSpPr>
        <p:spPr>
          <a:xfrm>
            <a:off x="2231136" y="6175137"/>
            <a:ext cx="7983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already did the decomposition and pattern matching steps, DO NOT forget that</a:t>
            </a:r>
          </a:p>
        </p:txBody>
      </p:sp>
    </p:spTree>
    <p:extLst>
      <p:ext uri="{BB962C8B-B14F-4D97-AF65-F5344CB8AC3E}">
        <p14:creationId xmlns:p14="http://schemas.microsoft.com/office/powerpoint/2010/main" val="1228339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0E32-A0FE-2AD1-5830-402CC245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Code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AB090-20E3-7E1E-DBCD-19157832D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as class in </a:t>
            </a:r>
            <a:r>
              <a:rPr lang="en-US" dirty="0" err="1"/>
              <a:t>colab</a:t>
            </a:r>
            <a:r>
              <a:rPr lang="en-US" dirty="0"/>
              <a:t> </a:t>
            </a:r>
          </a:p>
          <a:p>
            <a:r>
              <a:rPr lang="en-US" dirty="0"/>
              <a:t>Can we create a program with 4 spokes (N, S, E, W) and two parallel lines</a:t>
            </a:r>
          </a:p>
        </p:txBody>
      </p:sp>
    </p:spTree>
    <p:extLst>
      <p:ext uri="{BB962C8B-B14F-4D97-AF65-F5344CB8AC3E}">
        <p14:creationId xmlns:p14="http://schemas.microsoft.com/office/powerpoint/2010/main" val="2089967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B644-9A9C-CF21-9257-2B55CC55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 dirty="0"/>
              <a:t>In class Participation</a:t>
            </a:r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5683FD-145F-4CE1-7EE5-D11FAB57B9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3243" y="2638044"/>
            <a:ext cx="5963317" cy="32632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hlinkClick r:id="rId2"/>
              </a:rPr>
              <a:t>2026W CS1910 In-Class Participation 02 – Fill out form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QR code">
            <a:extLst>
              <a:ext uri="{FF2B5EF4-FFF2-40B4-BE49-F238E27FC236}">
                <a16:creationId xmlns:a16="http://schemas.microsoft.com/office/drawing/2014/main" id="{6A94E90B-1726-F8B4-9FC7-D2AE67551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5890" y="1768763"/>
            <a:ext cx="3328416" cy="332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782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omplex math formulas on a blackboard">
            <a:extLst>
              <a:ext uri="{FF2B5EF4-FFF2-40B4-BE49-F238E27FC236}">
                <a16:creationId xmlns:a16="http://schemas.microsoft.com/office/drawing/2014/main" id="{2D81C288-6FBE-F226-1859-82C101FD3E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050" b="17580"/>
          <a:stretch>
            <a:fillRect/>
          </a:stretch>
        </p:blipFill>
        <p:spPr>
          <a:xfrm>
            <a:off x="20" y="10"/>
            <a:ext cx="12191980" cy="4571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CA1F37-9ECB-57E9-0B04-73FD7BFA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753529"/>
            <a:ext cx="8991600" cy="1645759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800"/>
              <a:t>How does AI do at this Drawing Task?</a:t>
            </a:r>
          </a:p>
        </p:txBody>
      </p:sp>
    </p:spTree>
    <p:extLst>
      <p:ext uri="{BB962C8B-B14F-4D97-AF65-F5344CB8AC3E}">
        <p14:creationId xmlns:p14="http://schemas.microsoft.com/office/powerpoint/2010/main" val="15991821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0462-B33D-D868-DD33-353D33F9B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976" y="222790"/>
            <a:ext cx="7729728" cy="1188720"/>
          </a:xfrm>
        </p:spPr>
        <p:txBody>
          <a:bodyPr/>
          <a:lstStyle/>
          <a:p>
            <a:r>
              <a:rPr lang="en-US" dirty="0"/>
              <a:t>AI Drawing Task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A68DDC-7142-C132-E980-625AE2E72715}"/>
              </a:ext>
            </a:extLst>
          </p:cNvPr>
          <p:cNvSpPr txBox="1">
            <a:spLocks/>
          </p:cNvSpPr>
          <p:nvPr/>
        </p:nvSpPr>
        <p:spPr>
          <a:xfrm>
            <a:off x="633843" y="1538259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What if we ask for code instructions?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02C45-25C2-4C54-F513-57D9B8350D01}"/>
              </a:ext>
            </a:extLst>
          </p:cNvPr>
          <p:cNvSpPr txBox="1"/>
          <p:nvPr/>
        </p:nvSpPr>
        <p:spPr>
          <a:xfrm>
            <a:off x="6096000" y="2246041"/>
            <a:ext cx="56016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“give me matplotlib code to draw a circle out of line segments as spokes and then add two parallel vertical lines on either side of the center of the circle”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E81C06-6697-BD37-F88A-E155EEF555D5}"/>
              </a:ext>
            </a:extLst>
          </p:cNvPr>
          <p:cNvSpPr txBox="1"/>
          <p:nvPr/>
        </p:nvSpPr>
        <p:spPr>
          <a:xfrm>
            <a:off x="889216" y="2505670"/>
            <a:ext cx="3470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“Turtle draw pinwheel shape with two parallel lines on either side of the center”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713803-EAE5-1577-A1F8-3AF94E9AB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73" y="3429000"/>
            <a:ext cx="3123466" cy="28003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3345A1-2AB8-ABF8-9F28-DDD1E49BC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805" y="3348470"/>
            <a:ext cx="3123466" cy="31023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B08FA1-AEE9-3C7D-ECF1-1B8D78296633}"/>
              </a:ext>
            </a:extLst>
          </p:cNvPr>
          <p:cNvSpPr txBox="1"/>
          <p:nvPr/>
        </p:nvSpPr>
        <p:spPr>
          <a:xfrm>
            <a:off x="10061530" y="4640242"/>
            <a:ext cx="1283878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Pretty good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EC12F2-7C58-9801-B4F7-36F3250EDC38}"/>
              </a:ext>
            </a:extLst>
          </p:cNvPr>
          <p:cNvSpPr txBox="1"/>
          <p:nvPr/>
        </p:nvSpPr>
        <p:spPr>
          <a:xfrm>
            <a:off x="9773271" y="1459443"/>
            <a:ext cx="249170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 python plotting library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5BF7B0-42F8-56F1-6550-C187312B9FBF}"/>
              </a:ext>
            </a:extLst>
          </p:cNvPr>
          <p:cNvCxnSpPr/>
          <p:nvPr/>
        </p:nvCxnSpPr>
        <p:spPr>
          <a:xfrm flipH="1">
            <a:off x="7749153" y="1704814"/>
            <a:ext cx="1906291" cy="541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32B5FE-D8CD-0AA0-289A-C1386CC4FEFE}"/>
              </a:ext>
            </a:extLst>
          </p:cNvPr>
          <p:cNvSpPr txBox="1"/>
          <p:nvPr/>
        </p:nvSpPr>
        <p:spPr>
          <a:xfrm>
            <a:off x="3926071" y="4950409"/>
            <a:ext cx="2435475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Needs some refinement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7FDE96-0391-D38A-F928-CD7CF2064D9A}"/>
              </a:ext>
            </a:extLst>
          </p:cNvPr>
          <p:cNvSpPr txBox="1"/>
          <p:nvPr/>
        </p:nvSpPr>
        <p:spPr>
          <a:xfrm>
            <a:off x="3463367" y="5860017"/>
            <a:ext cx="2982355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Could we have predicted this?</a:t>
            </a:r>
          </a:p>
        </p:txBody>
      </p:sp>
    </p:spTree>
    <p:extLst>
      <p:ext uri="{BB962C8B-B14F-4D97-AF65-F5344CB8AC3E}">
        <p14:creationId xmlns:p14="http://schemas.microsoft.com/office/powerpoint/2010/main" val="39015196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CED243-F895-D906-2D2E-3DFDA17A6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Try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1764C-E966-576B-5848-2B259349B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88" y="4352543"/>
            <a:ext cx="2668122" cy="13879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Use GenAI to recreate the green grid wavey illusion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2E3E40-9847-6EF3-F71E-46679EE63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882" y="1122807"/>
            <a:ext cx="4308451" cy="4297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BF4C21-DFA7-3171-A829-B48D0B38065E}"/>
              </a:ext>
            </a:extLst>
          </p:cNvPr>
          <p:cNvSpPr txBox="1"/>
          <p:nvPr/>
        </p:nvSpPr>
        <p:spPr>
          <a:xfrm>
            <a:off x="1595120" y="6195941"/>
            <a:ext cx="7897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Participation survey – how many text prompts do you think it will take you? </a:t>
            </a:r>
          </a:p>
        </p:txBody>
      </p:sp>
    </p:spTree>
    <p:extLst>
      <p:ext uri="{BB962C8B-B14F-4D97-AF65-F5344CB8AC3E}">
        <p14:creationId xmlns:p14="http://schemas.microsoft.com/office/powerpoint/2010/main" val="2002433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3D48-64DD-5464-6CD0-2B31E7540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27783"/>
            <a:ext cx="7729728" cy="1188720"/>
          </a:xfrm>
        </p:spPr>
        <p:txBody>
          <a:bodyPr/>
          <a:lstStyle/>
          <a:p>
            <a:r>
              <a:rPr lang="en-US"/>
              <a:t>Using GENAI</a:t>
            </a:r>
            <a:endParaRPr lang="en-US" dirty="0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FD74A38-5B0D-981A-1275-E34C29D24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848" y="3036271"/>
            <a:ext cx="10043522" cy="340238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FC40D1-130D-2CDB-E484-568E5A682351}"/>
              </a:ext>
            </a:extLst>
          </p:cNvPr>
          <p:cNvSpPr txBox="1"/>
          <p:nvPr/>
        </p:nvSpPr>
        <p:spPr>
          <a:xfrm>
            <a:off x="371339" y="1281945"/>
            <a:ext cx="111393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Tools -&gt; Settings-&gt;AI Assistance </a:t>
            </a:r>
          </a:p>
          <a:p>
            <a:r>
              <a:rPr lang="en-US" dirty="0"/>
              <a:t>Uncheck hide Gen AI features </a:t>
            </a:r>
          </a:p>
          <a:p>
            <a:endParaRPr lang="en-US" dirty="0"/>
          </a:p>
          <a:p>
            <a:r>
              <a:rPr lang="en-US" dirty="0"/>
              <a:t>This will produce the Gemini button at top right. Click that and proceed to enter prompts then cut and paste the code into a code block and run the code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07DD7-9E6D-AB18-D662-A4926D7AAD68}"/>
              </a:ext>
            </a:extLst>
          </p:cNvPr>
          <p:cNvSpPr txBox="1"/>
          <p:nvPr/>
        </p:nvSpPr>
        <p:spPr>
          <a:xfrm>
            <a:off x="9998390" y="4858541"/>
            <a:ext cx="21936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Turn off GenAI once you are done 	</a:t>
            </a:r>
          </a:p>
          <a:p>
            <a:endParaRPr lang="en-US" dirty="0"/>
          </a:p>
          <a:p>
            <a:r>
              <a:rPr lang="en-US" dirty="0"/>
              <a:t>Note: it is challenging to unsee an answer </a:t>
            </a:r>
          </a:p>
          <a:p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C08E0A4-C2AB-8B05-C0C8-0A5814F8A55B}"/>
              </a:ext>
            </a:extLst>
          </p:cNvPr>
          <p:cNvCxnSpPr/>
          <p:nvPr/>
        </p:nvCxnSpPr>
        <p:spPr>
          <a:xfrm flipH="1">
            <a:off x="8724275" y="3837482"/>
            <a:ext cx="2203555" cy="1021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F60DB2A-B6DE-8289-E8D6-24AB52AB9F4D}"/>
              </a:ext>
            </a:extLst>
          </p:cNvPr>
          <p:cNvSpPr txBox="1"/>
          <p:nvPr/>
        </p:nvSpPr>
        <p:spPr>
          <a:xfrm>
            <a:off x="10172314" y="2647612"/>
            <a:ext cx="1845762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Give instructions here and paste the results back into the notebook</a:t>
            </a:r>
          </a:p>
        </p:txBody>
      </p:sp>
    </p:spTree>
    <p:extLst>
      <p:ext uri="{BB962C8B-B14F-4D97-AF65-F5344CB8AC3E}">
        <p14:creationId xmlns:p14="http://schemas.microsoft.com/office/powerpoint/2010/main" val="21106020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06D9-6DE4-FE36-E18B-85E0BE61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69542"/>
            <a:ext cx="7729728" cy="1188720"/>
          </a:xfrm>
        </p:spPr>
        <p:txBody>
          <a:bodyPr/>
          <a:lstStyle/>
          <a:p>
            <a:r>
              <a:rPr lang="en-US" dirty="0"/>
              <a:t>Iterative Process</a:t>
            </a:r>
          </a:p>
        </p:txBody>
      </p:sp>
      <p:pic>
        <p:nvPicPr>
          <p:cNvPr id="7" name="Content Placeholder 6" descr="A green and pink squares&#10;&#10;AI-generated content may be incorrect.">
            <a:extLst>
              <a:ext uri="{FF2B5EF4-FFF2-40B4-BE49-F238E27FC236}">
                <a16:creationId xmlns:a16="http://schemas.microsoft.com/office/drawing/2014/main" id="{CCC3556D-9507-BD70-A050-12D34FE09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4096" y="1619131"/>
            <a:ext cx="2178828" cy="216410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E8A772-C350-37FB-0D6D-5F65FBDD1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25" y="1619131"/>
            <a:ext cx="2120103" cy="2105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FBE89E-A962-8871-65F5-3FE97A643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5267" y="1619131"/>
            <a:ext cx="2178829" cy="21641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EA92DE-7BD0-26A1-4E02-03B249C02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1652" y="1619132"/>
            <a:ext cx="2120101" cy="21057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2F6A5D-A191-1956-A41C-FF1E1B0E9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124" y="3944107"/>
            <a:ext cx="2178830" cy="2164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52EAE1-C2A7-4CD1-804D-D58CC8FA72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5159" y="3826634"/>
            <a:ext cx="2304972" cy="2320137"/>
          </a:xfrm>
          <a:prstGeom prst="rect">
            <a:avLst/>
          </a:prstGeom>
        </p:spPr>
      </p:pic>
      <p:pic>
        <p:nvPicPr>
          <p:cNvPr id="11" name="Content Placeholder 4" descr="A green and pink squares&#10;&#10;AI-generated content may be incorrect.">
            <a:extLst>
              <a:ext uri="{FF2B5EF4-FFF2-40B4-BE49-F238E27FC236}">
                <a16:creationId xmlns:a16="http://schemas.microsoft.com/office/drawing/2014/main" id="{DD7921FC-FB58-2122-667C-68D9E5F3CF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1652" y="3885778"/>
            <a:ext cx="2865681" cy="28845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67BCD51-18D2-BB0A-CD99-315BBD00329C}"/>
              </a:ext>
            </a:extLst>
          </p:cNvPr>
          <p:cNvSpPr txBox="1"/>
          <p:nvPr/>
        </p:nvSpPr>
        <p:spPr>
          <a:xfrm>
            <a:off x="6090834" y="522292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7EF36-58C9-4BC4-9152-FB6A2C5FBFAB}"/>
              </a:ext>
            </a:extLst>
          </p:cNvPr>
          <p:cNvSpPr txBox="1"/>
          <p:nvPr/>
        </p:nvSpPr>
        <p:spPr>
          <a:xfrm>
            <a:off x="6090834" y="6488668"/>
            <a:ext cx="555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few of my attempts to get GENAI to create the illusion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E9EAC7-7487-CE01-145C-CB27F8B1B573}"/>
              </a:ext>
            </a:extLst>
          </p:cNvPr>
          <p:cNvSpPr txBox="1"/>
          <p:nvPr/>
        </p:nvSpPr>
        <p:spPr>
          <a:xfrm>
            <a:off x="10089903" y="1416584"/>
            <a:ext cx="18887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 about some of our computational thinking skills</a:t>
            </a:r>
          </a:p>
          <a:p>
            <a:endParaRPr lang="en-US" dirty="0"/>
          </a:p>
          <a:p>
            <a:r>
              <a:rPr lang="en-US" dirty="0"/>
              <a:t>Decompose, logic, validation, patterns</a:t>
            </a:r>
          </a:p>
        </p:txBody>
      </p:sp>
    </p:spTree>
    <p:extLst>
      <p:ext uri="{BB962C8B-B14F-4D97-AF65-F5344CB8AC3E}">
        <p14:creationId xmlns:p14="http://schemas.microsoft.com/office/powerpoint/2010/main" val="35889275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een and pink squares&#10;&#10;AI-generated content may be incorrect.">
            <a:extLst>
              <a:ext uri="{FF2B5EF4-FFF2-40B4-BE49-F238E27FC236}">
                <a16:creationId xmlns:a16="http://schemas.microsoft.com/office/drawing/2014/main" id="{F9504A69-9F98-BA45-4742-9E886A888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166" y="758303"/>
            <a:ext cx="5136009" cy="516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E0565C-68A4-A68D-63EA-3E5509CF0E21}"/>
              </a:ext>
            </a:extLst>
          </p:cNvPr>
          <p:cNvSpPr txBox="1"/>
          <p:nvPr/>
        </p:nvSpPr>
        <p:spPr>
          <a:xfrm>
            <a:off x="7613967" y="433953"/>
            <a:ext cx="278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GENAI – iterative approach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829518-A2C0-AA05-F345-306D7E5A4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98" y="758302"/>
            <a:ext cx="5193679" cy="5169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6D26D8-A4AF-2A21-C4D2-096E1358AF5D}"/>
              </a:ext>
            </a:extLst>
          </p:cNvPr>
          <p:cNvSpPr txBox="1"/>
          <p:nvPr/>
        </p:nvSpPr>
        <p:spPr>
          <a:xfrm>
            <a:off x="2634712" y="433953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Target </a:t>
            </a:r>
          </a:p>
        </p:txBody>
      </p:sp>
    </p:spTree>
    <p:extLst>
      <p:ext uri="{BB962C8B-B14F-4D97-AF65-F5344CB8AC3E}">
        <p14:creationId xmlns:p14="http://schemas.microsoft.com/office/powerpoint/2010/main" val="1427163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69A38-B095-EFA8-067D-0E1B5A1A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F8939E-F98F-C5FC-1853-39BC54D55815}"/>
              </a:ext>
            </a:extLst>
          </p:cNvPr>
          <p:cNvSpPr txBox="1"/>
          <p:nvPr/>
        </p:nvSpPr>
        <p:spPr>
          <a:xfrm>
            <a:off x="7613967" y="433953"/>
            <a:ext cx="2020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Hand written code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F7518D-1367-5490-E85C-F408DA271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98" y="758302"/>
            <a:ext cx="5193679" cy="5169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4EAE04-8D80-5F15-D48F-36BCDA8A321A}"/>
              </a:ext>
            </a:extLst>
          </p:cNvPr>
          <p:cNvSpPr txBox="1"/>
          <p:nvPr/>
        </p:nvSpPr>
        <p:spPr>
          <a:xfrm>
            <a:off x="2634712" y="433953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Target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8F65B4-5932-CD1A-105E-B59AFCDD4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859" y="803285"/>
            <a:ext cx="5124817" cy="51248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71D89F-1684-1FFD-C68D-ACEA98533813}"/>
              </a:ext>
            </a:extLst>
          </p:cNvPr>
          <p:cNvSpPr txBox="1"/>
          <p:nvPr/>
        </p:nvSpPr>
        <p:spPr>
          <a:xfrm>
            <a:off x="1084852" y="5974268"/>
            <a:ext cx="110909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Full disclosure the solution was originally coded then later prompted a GenAI to make a solution</a:t>
            </a:r>
          </a:p>
          <a:p>
            <a:r>
              <a:rPr lang="en-US" dirty="0"/>
              <a:t>It is certainly one reason why the GenAI one looks like the coded one – the prompts to GenAI telling it to do things</a:t>
            </a:r>
          </a:p>
          <a:p>
            <a:r>
              <a:rPr lang="en-US" dirty="0"/>
              <a:t>was a mimic of a lot of the analysis that we were done providing what is known as </a:t>
            </a:r>
            <a:r>
              <a:rPr lang="en-US" b="1" dirty="0"/>
              <a:t>context </a:t>
            </a:r>
            <a:r>
              <a:rPr lang="en-US" dirty="0"/>
              <a:t>for the AI the code</a:t>
            </a:r>
          </a:p>
        </p:txBody>
      </p:sp>
    </p:spTree>
    <p:extLst>
      <p:ext uri="{BB962C8B-B14F-4D97-AF65-F5344CB8AC3E}">
        <p14:creationId xmlns:p14="http://schemas.microsoft.com/office/powerpoint/2010/main" val="15220616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7DBCB-5166-4EB1-1CE2-65591F1DB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84245"/>
            <a:ext cx="7729728" cy="1188720"/>
          </a:xfrm>
        </p:spPr>
        <p:txBody>
          <a:bodyPr/>
          <a:lstStyle/>
          <a:p>
            <a:r>
              <a:rPr lang="en-US" dirty="0"/>
              <a:t>Try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A0FAE-9FB6-F191-44FA-28410BD6B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97082"/>
            <a:ext cx="7729728" cy="4219956"/>
          </a:xfrm>
        </p:spPr>
        <p:txBody>
          <a:bodyPr>
            <a:normAutofit/>
          </a:bodyPr>
          <a:lstStyle/>
          <a:p>
            <a:r>
              <a:rPr lang="en-US" dirty="0"/>
              <a:t>Use Turtle Draw to create a triangle</a:t>
            </a:r>
          </a:p>
          <a:p>
            <a:r>
              <a:rPr lang="en-US" dirty="0"/>
              <a:t>Use Turtle draw to create an X shape</a:t>
            </a:r>
          </a:p>
          <a:p>
            <a:r>
              <a:rPr lang="en-US" dirty="0"/>
              <a:t>Use Turtle draw to create a block letter of your first initial in your name</a:t>
            </a:r>
          </a:p>
          <a:p>
            <a:endParaRPr lang="en-US" dirty="0"/>
          </a:p>
          <a:p>
            <a:r>
              <a:rPr lang="en-US" dirty="0"/>
              <a:t>Jump in and modify the example code from today - make it do something different</a:t>
            </a:r>
          </a:p>
          <a:p>
            <a:pPr lvl="1"/>
            <a:r>
              <a:rPr lang="en-US" dirty="0"/>
              <a:t>Change the color in the primrose grid </a:t>
            </a:r>
          </a:p>
          <a:p>
            <a:pPr lvl="1"/>
            <a:r>
              <a:rPr lang="en-US" dirty="0"/>
              <a:t>Make it larger</a:t>
            </a:r>
          </a:p>
          <a:p>
            <a:pPr lvl="1"/>
            <a:r>
              <a:rPr lang="en-US" dirty="0"/>
              <a:t>Draw more spokes in the Hering Illustration</a:t>
            </a:r>
          </a:p>
          <a:p>
            <a:pPr lvl="1"/>
            <a:r>
              <a:rPr lang="en-US" dirty="0"/>
              <a:t>Draw horizontal parallel lines instead of vertical</a:t>
            </a:r>
          </a:p>
          <a:p>
            <a:pPr lvl="1"/>
            <a:r>
              <a:rPr lang="en-US" dirty="0"/>
              <a:t>Other ideas / tinkering 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352DE710-A063-09E7-49EC-F83DE82E5E24}"/>
              </a:ext>
            </a:extLst>
          </p:cNvPr>
          <p:cNvSpPr/>
          <p:nvPr/>
        </p:nvSpPr>
        <p:spPr>
          <a:xfrm>
            <a:off x="7919634" y="4572000"/>
            <a:ext cx="480447" cy="1945038"/>
          </a:xfrm>
          <a:prstGeom prst="rightBrac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99E92-D3DB-9D0A-4FB5-07C68FAC62BD}"/>
              </a:ext>
            </a:extLst>
          </p:cNvPr>
          <p:cNvSpPr txBox="1"/>
          <p:nvPr/>
        </p:nvSpPr>
        <p:spPr>
          <a:xfrm>
            <a:off x="8681539" y="5175187"/>
            <a:ext cx="2558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Tinker and/or be creative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285E1F1D-1BDF-A828-CC28-8AA2D5D8A469}"/>
              </a:ext>
            </a:extLst>
          </p:cNvPr>
          <p:cNvSpPr/>
          <p:nvPr/>
        </p:nvSpPr>
        <p:spPr>
          <a:xfrm>
            <a:off x="9267986" y="2169763"/>
            <a:ext cx="692878" cy="14258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3E9E2-D340-B2A6-5D12-36DD25AAE89F}"/>
              </a:ext>
            </a:extLst>
          </p:cNvPr>
          <p:cNvSpPr txBox="1"/>
          <p:nvPr/>
        </p:nvSpPr>
        <p:spPr>
          <a:xfrm>
            <a:off x="9960863" y="2169763"/>
            <a:ext cx="19217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sure GenAI is off, this is code you write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256BE-5277-3095-DCE2-256DE9FD1705}"/>
              </a:ext>
            </a:extLst>
          </p:cNvPr>
          <p:cNvSpPr txBox="1"/>
          <p:nvPr/>
        </p:nvSpPr>
        <p:spPr>
          <a:xfrm>
            <a:off x="9267986" y="3435535"/>
            <a:ext cx="2749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#</a:t>
            </a:r>
            <a:r>
              <a:rPr lang="en-US" i="1" dirty="0" err="1"/>
              <a:t>possibleexamcodingquestion</a:t>
            </a:r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84830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31189</TotalTime>
  <Words>2714</Words>
  <Application>Microsoft Office PowerPoint</Application>
  <PresentationFormat>Widescreen</PresentationFormat>
  <Paragraphs>311</Paragraphs>
  <Slides>44</Slides>
  <Notes>8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Arial</vt:lpstr>
      <vt:lpstr>Cambria Math</vt:lpstr>
      <vt:lpstr>Courier New</vt:lpstr>
      <vt:lpstr>Gill Sans MT</vt:lpstr>
      <vt:lpstr>Parcel</vt:lpstr>
      <vt:lpstr>CS 1910</vt:lpstr>
      <vt:lpstr>Another “Is this CS”?</vt:lpstr>
      <vt:lpstr>Pair Task</vt:lpstr>
      <vt:lpstr>PowerPoint Presentation</vt:lpstr>
      <vt:lpstr>Computational Thinking</vt:lpstr>
      <vt:lpstr>Computational Thinking</vt:lpstr>
      <vt:lpstr>Optical Illusions</vt:lpstr>
      <vt:lpstr>Optical Illusion</vt:lpstr>
      <vt:lpstr>Initial Concerns</vt:lpstr>
      <vt:lpstr>Optical Illusion</vt:lpstr>
      <vt:lpstr>Abstraction: Simplify the Problem</vt:lpstr>
      <vt:lpstr>DECOMPOSITION</vt:lpstr>
      <vt:lpstr>Decomposition</vt:lpstr>
      <vt:lpstr>Patterns</vt:lpstr>
      <vt:lpstr>Logic</vt:lpstr>
      <vt:lpstr>DECOMPOSITION</vt:lpstr>
      <vt:lpstr>Algorithm</vt:lpstr>
      <vt:lpstr>PSEUDO Code</vt:lpstr>
      <vt:lpstr>Known and Unknown</vt:lpstr>
      <vt:lpstr>Unit Circle</vt:lpstr>
      <vt:lpstr>Unit Circle</vt:lpstr>
      <vt:lpstr>Pseudo Code</vt:lpstr>
      <vt:lpstr>Pseudo Code</vt:lpstr>
      <vt:lpstr>Alternative Pseudo Code</vt:lpstr>
      <vt:lpstr>Programming</vt:lpstr>
      <vt:lpstr>Programming</vt:lpstr>
      <vt:lpstr>Programming</vt:lpstr>
      <vt:lpstr>Validation</vt:lpstr>
      <vt:lpstr>Turtle Draw</vt:lpstr>
      <vt:lpstr>Hello World  Hello Turtle Line</vt:lpstr>
      <vt:lpstr>What Can Turtle Do (API)</vt:lpstr>
      <vt:lpstr>Draw a Square </vt:lpstr>
      <vt:lpstr>Draw a Square </vt:lpstr>
      <vt:lpstr>Turtle Code Hering Illustration</vt:lpstr>
      <vt:lpstr>Turtle Code Program</vt:lpstr>
      <vt:lpstr>In class Participation</vt:lpstr>
      <vt:lpstr>How does AI do at this Drawing Task?</vt:lpstr>
      <vt:lpstr>AI Drawing Task</vt:lpstr>
      <vt:lpstr>Try at Home</vt:lpstr>
      <vt:lpstr>Using GENAI</vt:lpstr>
      <vt:lpstr>Iterative Process</vt:lpstr>
      <vt:lpstr>PowerPoint Presentation</vt:lpstr>
      <vt:lpstr>PowerPoint Presentation</vt:lpstr>
      <vt:lpstr>Try at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Godbout</dc:creator>
  <cp:lastModifiedBy>Christopher Power</cp:lastModifiedBy>
  <cp:revision>6</cp:revision>
  <cp:lastPrinted>2025-09-05T12:07:17Z</cp:lastPrinted>
  <dcterms:created xsi:type="dcterms:W3CDTF">2025-05-21T13:02:24Z</dcterms:created>
  <dcterms:modified xsi:type="dcterms:W3CDTF">2026-07-23T00:10:50Z</dcterms:modified>
</cp:coreProperties>
</file>