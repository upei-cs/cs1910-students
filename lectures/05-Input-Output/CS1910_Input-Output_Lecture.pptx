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45"/>
  </p:notesMasterIdLst>
  <p:sldIdLst>
    <p:sldId id="344" r:id="rId2"/>
    <p:sldId id="347" r:id="rId3"/>
    <p:sldId id="348" r:id="rId4"/>
    <p:sldId id="345" r:id="rId5"/>
    <p:sldId id="346" r:id="rId6"/>
    <p:sldId id="349" r:id="rId7"/>
    <p:sldId id="288" r:id="rId8"/>
    <p:sldId id="289" r:id="rId9"/>
    <p:sldId id="350" r:id="rId10"/>
    <p:sldId id="294" r:id="rId11"/>
    <p:sldId id="352" r:id="rId12"/>
    <p:sldId id="353" r:id="rId13"/>
    <p:sldId id="260" r:id="rId14"/>
    <p:sldId id="275" r:id="rId15"/>
    <p:sldId id="314" r:id="rId16"/>
    <p:sldId id="315" r:id="rId17"/>
    <p:sldId id="316" r:id="rId18"/>
    <p:sldId id="318" r:id="rId19"/>
    <p:sldId id="319" r:id="rId20"/>
    <p:sldId id="276" r:id="rId21"/>
    <p:sldId id="283" r:id="rId22"/>
    <p:sldId id="292" r:id="rId23"/>
    <p:sldId id="293" r:id="rId24"/>
    <p:sldId id="284" r:id="rId25"/>
    <p:sldId id="285" r:id="rId26"/>
    <p:sldId id="296" r:id="rId27"/>
    <p:sldId id="297" r:id="rId28"/>
    <p:sldId id="298" r:id="rId29"/>
    <p:sldId id="299" r:id="rId30"/>
    <p:sldId id="300" r:id="rId31"/>
    <p:sldId id="301" r:id="rId32"/>
    <p:sldId id="302" r:id="rId33"/>
    <p:sldId id="304" r:id="rId34"/>
    <p:sldId id="305" r:id="rId35"/>
    <p:sldId id="306" r:id="rId36"/>
    <p:sldId id="307" r:id="rId37"/>
    <p:sldId id="308" r:id="rId38"/>
    <p:sldId id="309" r:id="rId39"/>
    <p:sldId id="310" r:id="rId40"/>
    <p:sldId id="313" r:id="rId41"/>
    <p:sldId id="312" r:id="rId42"/>
    <p:sldId id="278" r:id="rId43"/>
    <p:sldId id="303"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EC3CB-C418-D44A-889E-E1747015927A}" v="27" dt="2026-09-23T23:28:09.4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148" autoAdjust="0"/>
    <p:restoredTop sz="78183" autoAdjust="0"/>
  </p:normalViewPr>
  <p:slideViewPr>
    <p:cSldViewPr snapToGrid="0">
      <p:cViewPr varScale="1">
        <p:scale>
          <a:sx n="85" d="100"/>
          <a:sy n="85" d="100"/>
        </p:scale>
        <p:origin x="6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Power" userId="83706efc-52ec-4aad-b93a-e27c6e901a30" providerId="ADAL" clId="{334A65D2-812A-5EDD-A5B2-F31A17A4407D}"/>
    <pc:docChg chg="undo custSel addSld delSld modSld sldOrd">
      <pc:chgData name="Christopher Power" userId="83706efc-52ec-4aad-b93a-e27c6e901a30" providerId="ADAL" clId="{334A65D2-812A-5EDD-A5B2-F31A17A4407D}" dt="2026-09-23T23:28:35.308" v="4346"/>
      <pc:docMkLst>
        <pc:docMk/>
      </pc:docMkLst>
      <pc:sldChg chg="del">
        <pc:chgData name="Christopher Power" userId="83706efc-52ec-4aad-b93a-e27c6e901a30" providerId="ADAL" clId="{334A65D2-812A-5EDD-A5B2-F31A17A4407D}" dt="2026-09-23T22:34:54.778" v="4" actId="2696"/>
        <pc:sldMkLst>
          <pc:docMk/>
          <pc:sldMk cId="2078530638" sldId="257"/>
        </pc:sldMkLst>
      </pc:sldChg>
      <pc:sldChg chg="modSp del mod">
        <pc:chgData name="Christopher Power" userId="83706efc-52ec-4aad-b93a-e27c6e901a30" providerId="ADAL" clId="{334A65D2-812A-5EDD-A5B2-F31A17A4407D}" dt="2026-09-23T23:02:02.190" v="1688" actId="2696"/>
        <pc:sldMkLst>
          <pc:docMk/>
          <pc:sldMk cId="645151527" sldId="260"/>
        </pc:sldMkLst>
        <pc:spChg chg="mod">
          <ac:chgData name="Christopher Power" userId="83706efc-52ec-4aad-b93a-e27c6e901a30" providerId="ADAL" clId="{334A65D2-812A-5EDD-A5B2-F31A17A4407D}" dt="2026-09-23T22:12:45.600" v="2" actId="20577"/>
          <ac:spMkLst>
            <pc:docMk/>
            <pc:sldMk cId="645151527" sldId="260"/>
            <ac:spMk id="3" creationId="{52BF1C45-1BC6-1344-58B8-103FD029F2E3}"/>
          </ac:spMkLst>
        </pc:spChg>
      </pc:sldChg>
      <pc:sldChg chg="modSp add mod">
        <pc:chgData name="Christopher Power" userId="83706efc-52ec-4aad-b93a-e27c6e901a30" providerId="ADAL" clId="{334A65D2-812A-5EDD-A5B2-F31A17A4407D}" dt="2026-09-23T23:14:04.942" v="2914" actId="20577"/>
        <pc:sldMkLst>
          <pc:docMk/>
          <pc:sldMk cId="1058522790" sldId="260"/>
        </pc:sldMkLst>
        <pc:spChg chg="mod">
          <ac:chgData name="Christopher Power" userId="83706efc-52ec-4aad-b93a-e27c6e901a30" providerId="ADAL" clId="{334A65D2-812A-5EDD-A5B2-F31A17A4407D}" dt="2026-09-23T23:14:04.942" v="2914" actId="20577"/>
          <ac:spMkLst>
            <pc:docMk/>
            <pc:sldMk cId="1058522790" sldId="260"/>
            <ac:spMk id="3" creationId="{52BF1C45-1BC6-1344-58B8-103FD029F2E3}"/>
          </ac:spMkLst>
        </pc:spChg>
      </pc:sldChg>
      <pc:sldChg chg="add del">
        <pc:chgData name="Christopher Power" userId="83706efc-52ec-4aad-b93a-e27c6e901a30" providerId="ADAL" clId="{334A65D2-812A-5EDD-A5B2-F31A17A4407D}" dt="2026-09-23T23:07:23.585" v="2209" actId="2696"/>
        <pc:sldMkLst>
          <pc:docMk/>
          <pc:sldMk cId="1681963076" sldId="260"/>
        </pc:sldMkLst>
      </pc:sldChg>
      <pc:sldChg chg="modSp del mod">
        <pc:chgData name="Christopher Power" userId="83706efc-52ec-4aad-b93a-e27c6e901a30" providerId="ADAL" clId="{334A65D2-812A-5EDD-A5B2-F31A17A4407D}" dt="2026-09-23T23:02:02.190" v="1688" actId="2696"/>
        <pc:sldMkLst>
          <pc:docMk/>
          <pc:sldMk cId="1283955003" sldId="288"/>
        </pc:sldMkLst>
        <pc:spChg chg="mod">
          <ac:chgData name="Christopher Power" userId="83706efc-52ec-4aad-b93a-e27c6e901a30" providerId="ADAL" clId="{334A65D2-812A-5EDD-A5B2-F31A17A4407D}" dt="2026-09-23T22:49:49.121" v="1038" actId="1076"/>
          <ac:spMkLst>
            <pc:docMk/>
            <pc:sldMk cId="1283955003" sldId="288"/>
            <ac:spMk id="4" creationId="{2CBE22D6-E77B-8EFF-6DA4-2307CC1020C8}"/>
          </ac:spMkLst>
        </pc:spChg>
        <pc:spChg chg="mod">
          <ac:chgData name="Christopher Power" userId="83706efc-52ec-4aad-b93a-e27c6e901a30" providerId="ADAL" clId="{334A65D2-812A-5EDD-A5B2-F31A17A4407D}" dt="2026-09-23T22:49:49.121" v="1038" actId="1076"/>
          <ac:spMkLst>
            <pc:docMk/>
            <pc:sldMk cId="1283955003" sldId="288"/>
            <ac:spMk id="5" creationId="{9AA973D1-A765-94EB-0203-260C0AFDB423}"/>
          </ac:spMkLst>
        </pc:spChg>
        <pc:spChg chg="mod">
          <ac:chgData name="Christopher Power" userId="83706efc-52ec-4aad-b93a-e27c6e901a30" providerId="ADAL" clId="{334A65D2-812A-5EDD-A5B2-F31A17A4407D}" dt="2026-09-23T22:49:49.121" v="1038" actId="1076"/>
          <ac:spMkLst>
            <pc:docMk/>
            <pc:sldMk cId="1283955003" sldId="288"/>
            <ac:spMk id="6" creationId="{D5B7D425-81F3-99A4-C7DE-11803F7CE2D9}"/>
          </ac:spMkLst>
        </pc:spChg>
        <pc:spChg chg="mod">
          <ac:chgData name="Christopher Power" userId="83706efc-52ec-4aad-b93a-e27c6e901a30" providerId="ADAL" clId="{334A65D2-812A-5EDD-A5B2-F31A17A4407D}" dt="2026-09-23T22:50:44.306" v="1193" actId="313"/>
          <ac:spMkLst>
            <pc:docMk/>
            <pc:sldMk cId="1283955003" sldId="288"/>
            <ac:spMk id="7" creationId="{055F6FCE-84AB-F6D2-0709-8E3A622C339F}"/>
          </ac:spMkLst>
        </pc:spChg>
        <pc:spChg chg="mod">
          <ac:chgData name="Christopher Power" userId="83706efc-52ec-4aad-b93a-e27c6e901a30" providerId="ADAL" clId="{334A65D2-812A-5EDD-A5B2-F31A17A4407D}" dt="2026-09-23T22:49:49.121" v="1038" actId="1076"/>
          <ac:spMkLst>
            <pc:docMk/>
            <pc:sldMk cId="1283955003" sldId="288"/>
            <ac:spMk id="8" creationId="{7DDC8887-AB8F-62E0-5F3C-4828A7164247}"/>
          </ac:spMkLst>
        </pc:spChg>
        <pc:spChg chg="mod">
          <ac:chgData name="Christopher Power" userId="83706efc-52ec-4aad-b93a-e27c6e901a30" providerId="ADAL" clId="{334A65D2-812A-5EDD-A5B2-F31A17A4407D}" dt="2026-09-23T22:49:49.121" v="1038" actId="1076"/>
          <ac:spMkLst>
            <pc:docMk/>
            <pc:sldMk cId="1283955003" sldId="288"/>
            <ac:spMk id="9" creationId="{9FF04D25-92A2-F25D-C93B-107A9B1F28EA}"/>
          </ac:spMkLst>
        </pc:spChg>
      </pc:sldChg>
      <pc:sldChg chg="delSp modSp add mod">
        <pc:chgData name="Christopher Power" userId="83706efc-52ec-4aad-b93a-e27c6e901a30" providerId="ADAL" clId="{334A65D2-812A-5EDD-A5B2-F31A17A4407D}" dt="2026-09-23T23:07:57.697" v="2289" actId="20577"/>
        <pc:sldMkLst>
          <pc:docMk/>
          <pc:sldMk cId="2546131677" sldId="288"/>
        </pc:sldMkLst>
        <pc:spChg chg="mod">
          <ac:chgData name="Christopher Power" userId="83706efc-52ec-4aad-b93a-e27c6e901a30" providerId="ADAL" clId="{334A65D2-812A-5EDD-A5B2-F31A17A4407D}" dt="2026-09-23T23:07:57.697" v="2289" actId="20577"/>
          <ac:spMkLst>
            <pc:docMk/>
            <pc:sldMk cId="2546131677" sldId="288"/>
            <ac:spMk id="2" creationId="{BAAD02D0-25DE-FD10-9907-EE0538EBB4E1}"/>
          </ac:spMkLst>
        </pc:spChg>
        <pc:spChg chg="mod">
          <ac:chgData name="Christopher Power" userId="83706efc-52ec-4aad-b93a-e27c6e901a30" providerId="ADAL" clId="{334A65D2-812A-5EDD-A5B2-F31A17A4407D}" dt="2026-09-23T23:07:45.913" v="2256" actId="20577"/>
          <ac:spMkLst>
            <pc:docMk/>
            <pc:sldMk cId="2546131677" sldId="288"/>
            <ac:spMk id="3" creationId="{0D40D8DC-821A-BAB6-7F5A-2CA51E2A2A70}"/>
          </ac:spMkLst>
        </pc:spChg>
        <pc:spChg chg="mod">
          <ac:chgData name="Christopher Power" userId="83706efc-52ec-4aad-b93a-e27c6e901a30" providerId="ADAL" clId="{334A65D2-812A-5EDD-A5B2-F31A17A4407D}" dt="2026-09-23T23:07:52.312" v="2259" actId="1076"/>
          <ac:spMkLst>
            <pc:docMk/>
            <pc:sldMk cId="2546131677" sldId="288"/>
            <ac:spMk id="4" creationId="{2CBE22D6-E77B-8EFF-6DA4-2307CC1020C8}"/>
          </ac:spMkLst>
        </pc:spChg>
        <pc:spChg chg="mod">
          <ac:chgData name="Christopher Power" userId="83706efc-52ec-4aad-b93a-e27c6e901a30" providerId="ADAL" clId="{334A65D2-812A-5EDD-A5B2-F31A17A4407D}" dt="2026-09-23T23:07:52.312" v="2259" actId="1076"/>
          <ac:spMkLst>
            <pc:docMk/>
            <pc:sldMk cId="2546131677" sldId="288"/>
            <ac:spMk id="5" creationId="{9AA973D1-A765-94EB-0203-260C0AFDB423}"/>
          </ac:spMkLst>
        </pc:spChg>
        <pc:spChg chg="mod">
          <ac:chgData name="Christopher Power" userId="83706efc-52ec-4aad-b93a-e27c6e901a30" providerId="ADAL" clId="{334A65D2-812A-5EDD-A5B2-F31A17A4407D}" dt="2026-09-23T23:07:52.312" v="2259" actId="1076"/>
          <ac:spMkLst>
            <pc:docMk/>
            <pc:sldMk cId="2546131677" sldId="288"/>
            <ac:spMk id="6" creationId="{D5B7D425-81F3-99A4-C7DE-11803F7CE2D9}"/>
          </ac:spMkLst>
        </pc:spChg>
        <pc:spChg chg="del mod">
          <ac:chgData name="Christopher Power" userId="83706efc-52ec-4aad-b93a-e27c6e901a30" providerId="ADAL" clId="{334A65D2-812A-5EDD-A5B2-F31A17A4407D}" dt="2026-09-23T23:07:47.297" v="2258"/>
          <ac:spMkLst>
            <pc:docMk/>
            <pc:sldMk cId="2546131677" sldId="288"/>
            <ac:spMk id="7" creationId="{055F6FCE-84AB-F6D2-0709-8E3A622C339F}"/>
          </ac:spMkLst>
        </pc:spChg>
        <pc:spChg chg="mod">
          <ac:chgData name="Christopher Power" userId="83706efc-52ec-4aad-b93a-e27c6e901a30" providerId="ADAL" clId="{334A65D2-812A-5EDD-A5B2-F31A17A4407D}" dt="2026-09-23T23:07:52.312" v="2259" actId="1076"/>
          <ac:spMkLst>
            <pc:docMk/>
            <pc:sldMk cId="2546131677" sldId="288"/>
            <ac:spMk id="8" creationId="{7DDC8887-AB8F-62E0-5F3C-4828A7164247}"/>
          </ac:spMkLst>
        </pc:spChg>
        <pc:spChg chg="mod">
          <ac:chgData name="Christopher Power" userId="83706efc-52ec-4aad-b93a-e27c6e901a30" providerId="ADAL" clId="{334A65D2-812A-5EDD-A5B2-F31A17A4407D}" dt="2026-09-23T23:07:52.312" v="2259" actId="1076"/>
          <ac:spMkLst>
            <pc:docMk/>
            <pc:sldMk cId="2546131677" sldId="288"/>
            <ac:spMk id="9" creationId="{9FF04D25-92A2-F25D-C93B-107A9B1F28EA}"/>
          </ac:spMkLst>
        </pc:spChg>
      </pc:sldChg>
      <pc:sldChg chg="add">
        <pc:chgData name="Christopher Power" userId="83706efc-52ec-4aad-b93a-e27c6e901a30" providerId="ADAL" clId="{334A65D2-812A-5EDD-A5B2-F31A17A4407D}" dt="2026-09-23T23:02:09.132" v="1689"/>
        <pc:sldMkLst>
          <pc:docMk/>
          <pc:sldMk cId="1416726343" sldId="289"/>
        </pc:sldMkLst>
      </pc:sldChg>
      <pc:sldChg chg="modSp del mod">
        <pc:chgData name="Christopher Power" userId="83706efc-52ec-4aad-b93a-e27c6e901a30" providerId="ADAL" clId="{334A65D2-812A-5EDD-A5B2-F31A17A4407D}" dt="2026-09-23T23:02:02.190" v="1688" actId="2696"/>
        <pc:sldMkLst>
          <pc:docMk/>
          <pc:sldMk cId="2390569340" sldId="289"/>
        </pc:sldMkLst>
        <pc:spChg chg="mod">
          <ac:chgData name="Christopher Power" userId="83706efc-52ec-4aad-b93a-e27c6e901a30" providerId="ADAL" clId="{334A65D2-812A-5EDD-A5B2-F31A17A4407D}" dt="2026-09-23T22:51:49.875" v="1302" actId="20577"/>
          <ac:spMkLst>
            <pc:docMk/>
            <pc:sldMk cId="2390569340" sldId="289"/>
            <ac:spMk id="16" creationId="{8B84BE62-F091-0A4D-984B-557EE2BEDEC6}"/>
          </ac:spMkLst>
        </pc:spChg>
      </pc:sldChg>
      <pc:sldChg chg="add del">
        <pc:chgData name="Christopher Power" userId="83706efc-52ec-4aad-b93a-e27c6e901a30" providerId="ADAL" clId="{334A65D2-812A-5EDD-A5B2-F31A17A4407D}" dt="2026-09-23T23:22:59.037" v="3965" actId="2696"/>
        <pc:sldMkLst>
          <pc:docMk/>
          <pc:sldMk cId="2500519688" sldId="290"/>
        </pc:sldMkLst>
      </pc:sldChg>
      <pc:sldChg chg="add del">
        <pc:chgData name="Christopher Power" userId="83706efc-52ec-4aad-b93a-e27c6e901a30" providerId="ADAL" clId="{334A65D2-812A-5EDD-A5B2-F31A17A4407D}" dt="2026-09-23T23:23:50.165" v="3969" actId="2696"/>
        <pc:sldMkLst>
          <pc:docMk/>
          <pc:sldMk cId="2854788616" sldId="290"/>
        </pc:sldMkLst>
      </pc:sldChg>
      <pc:sldChg chg="del">
        <pc:chgData name="Christopher Power" userId="83706efc-52ec-4aad-b93a-e27c6e901a30" providerId="ADAL" clId="{334A65D2-812A-5EDD-A5B2-F31A17A4407D}" dt="2026-09-23T23:22:59.037" v="3965" actId="2696"/>
        <pc:sldMkLst>
          <pc:docMk/>
          <pc:sldMk cId="1182733978" sldId="294"/>
        </pc:sldMkLst>
      </pc:sldChg>
      <pc:sldChg chg="add del">
        <pc:chgData name="Christopher Power" userId="83706efc-52ec-4aad-b93a-e27c6e901a30" providerId="ADAL" clId="{334A65D2-812A-5EDD-A5B2-F31A17A4407D}" dt="2026-09-23T23:25:38.099" v="4156" actId="2696"/>
        <pc:sldMkLst>
          <pc:docMk/>
          <pc:sldMk cId="1277948728" sldId="294"/>
        </pc:sldMkLst>
      </pc:sldChg>
      <pc:sldChg chg="add del">
        <pc:chgData name="Christopher Power" userId="83706efc-52ec-4aad-b93a-e27c6e901a30" providerId="ADAL" clId="{334A65D2-812A-5EDD-A5B2-F31A17A4407D}" dt="2026-09-23T23:24:20.642" v="3972" actId="2696"/>
        <pc:sldMkLst>
          <pc:docMk/>
          <pc:sldMk cId="1697596817" sldId="294"/>
        </pc:sldMkLst>
      </pc:sldChg>
      <pc:sldChg chg="modSp add mod ord">
        <pc:chgData name="Christopher Power" userId="83706efc-52ec-4aad-b93a-e27c6e901a30" providerId="ADAL" clId="{334A65D2-812A-5EDD-A5B2-F31A17A4407D}" dt="2026-09-23T23:26:37.048" v="4212" actId="20577"/>
        <pc:sldMkLst>
          <pc:docMk/>
          <pc:sldMk cId="3427374363" sldId="294"/>
        </pc:sldMkLst>
        <pc:spChg chg="mod">
          <ac:chgData name="Christopher Power" userId="83706efc-52ec-4aad-b93a-e27c6e901a30" providerId="ADAL" clId="{334A65D2-812A-5EDD-A5B2-F31A17A4407D}" dt="2026-09-23T23:26:37.048" v="4212" actId="20577"/>
          <ac:spMkLst>
            <pc:docMk/>
            <pc:sldMk cId="3427374363" sldId="294"/>
            <ac:spMk id="3" creationId="{23F4686C-14F8-DE2A-3496-2FD73C9933C1}"/>
          </ac:spMkLst>
        </pc:spChg>
        <pc:spChg chg="mod">
          <ac:chgData name="Christopher Power" userId="83706efc-52ec-4aad-b93a-e27c6e901a30" providerId="ADAL" clId="{334A65D2-812A-5EDD-A5B2-F31A17A4407D}" dt="2026-09-23T23:26:19.597" v="4192" actId="20577"/>
          <ac:spMkLst>
            <pc:docMk/>
            <pc:sldMk cId="3427374363" sldId="294"/>
            <ac:spMk id="7" creationId="{DC3583F4-7C9F-B8BC-CD51-46E4E694E1A2}"/>
          </ac:spMkLst>
        </pc:spChg>
      </pc:sldChg>
      <pc:sldChg chg="add del ord">
        <pc:chgData name="Christopher Power" userId="83706efc-52ec-4aad-b93a-e27c6e901a30" providerId="ADAL" clId="{334A65D2-812A-5EDD-A5B2-F31A17A4407D}" dt="2026-09-23T23:28:02.740" v="4268" actId="2696"/>
        <pc:sldMkLst>
          <pc:docMk/>
          <pc:sldMk cId="640727303" sldId="295"/>
        </pc:sldMkLst>
      </pc:sldChg>
      <pc:sldChg chg="modSp add del mod">
        <pc:chgData name="Christopher Power" userId="83706efc-52ec-4aad-b93a-e27c6e901a30" providerId="ADAL" clId="{334A65D2-812A-5EDD-A5B2-F31A17A4407D}" dt="2026-09-23T23:25:38.099" v="4156" actId="2696"/>
        <pc:sldMkLst>
          <pc:docMk/>
          <pc:sldMk cId="2186273176" sldId="295"/>
        </pc:sldMkLst>
        <pc:spChg chg="mod">
          <ac:chgData name="Christopher Power" userId="83706efc-52ec-4aad-b93a-e27c6e901a30" providerId="ADAL" clId="{334A65D2-812A-5EDD-A5B2-F31A17A4407D}" dt="2026-09-23T23:25:26.831" v="4154" actId="20577"/>
          <ac:spMkLst>
            <pc:docMk/>
            <pc:sldMk cId="2186273176" sldId="295"/>
            <ac:spMk id="3" creationId="{7E46A5CE-E0B8-BD1F-4F28-35EAE47B23BC}"/>
          </ac:spMkLst>
        </pc:spChg>
        <pc:cxnChg chg="mod">
          <ac:chgData name="Christopher Power" userId="83706efc-52ec-4aad-b93a-e27c6e901a30" providerId="ADAL" clId="{334A65D2-812A-5EDD-A5B2-F31A17A4407D}" dt="2026-09-23T23:25:33.936" v="4155" actId="1076"/>
          <ac:cxnSpMkLst>
            <pc:docMk/>
            <pc:sldMk cId="2186273176" sldId="295"/>
            <ac:cxnSpMk id="5" creationId="{3E5B0515-26F9-6651-C067-48A956E9E13D}"/>
          </ac:cxnSpMkLst>
        </pc:cxnChg>
      </pc:sldChg>
      <pc:sldChg chg="add del">
        <pc:chgData name="Christopher Power" userId="83706efc-52ec-4aad-b93a-e27c6e901a30" providerId="ADAL" clId="{334A65D2-812A-5EDD-A5B2-F31A17A4407D}" dt="2026-09-23T23:24:20.642" v="3972" actId="2696"/>
        <pc:sldMkLst>
          <pc:docMk/>
          <pc:sldMk cId="3265098971" sldId="295"/>
        </pc:sldMkLst>
      </pc:sldChg>
      <pc:sldChg chg="add del">
        <pc:chgData name="Christopher Power" userId="83706efc-52ec-4aad-b93a-e27c6e901a30" providerId="ADAL" clId="{334A65D2-812A-5EDD-A5B2-F31A17A4407D}" dt="2026-09-23T23:22:59.037" v="3965" actId="2696"/>
        <pc:sldMkLst>
          <pc:docMk/>
          <pc:sldMk cId="4029689035" sldId="295"/>
        </pc:sldMkLst>
      </pc:sldChg>
      <pc:sldChg chg="ord">
        <pc:chgData name="Christopher Power" userId="83706efc-52ec-4aad-b93a-e27c6e901a30" providerId="ADAL" clId="{334A65D2-812A-5EDD-A5B2-F31A17A4407D}" dt="2026-09-23T22:52:10.001" v="1304" actId="20578"/>
        <pc:sldMkLst>
          <pc:docMk/>
          <pc:sldMk cId="1607264186" sldId="296"/>
        </pc:sldMkLst>
      </pc:sldChg>
      <pc:sldChg chg="add del ord">
        <pc:chgData name="Christopher Power" userId="83706efc-52ec-4aad-b93a-e27c6e901a30" providerId="ADAL" clId="{334A65D2-812A-5EDD-A5B2-F31A17A4407D}" dt="2026-09-23T22:56:30.896" v="1315" actId="2696"/>
        <pc:sldMkLst>
          <pc:docMk/>
          <pc:sldMk cId="2028759238" sldId="303"/>
        </pc:sldMkLst>
      </pc:sldChg>
      <pc:sldChg chg="del">
        <pc:chgData name="Christopher Power" userId="83706efc-52ec-4aad-b93a-e27c6e901a30" providerId="ADAL" clId="{334A65D2-812A-5EDD-A5B2-F31A17A4407D}" dt="2026-09-23T22:34:17.545" v="3" actId="2696"/>
        <pc:sldMkLst>
          <pc:docMk/>
          <pc:sldMk cId="2616905488" sldId="303"/>
        </pc:sldMkLst>
      </pc:sldChg>
      <pc:sldChg chg="modSp add mod">
        <pc:chgData name="Christopher Power" userId="83706efc-52ec-4aad-b93a-e27c6e901a30" providerId="ADAL" clId="{334A65D2-812A-5EDD-A5B2-F31A17A4407D}" dt="2026-09-23T22:56:52.090" v="1345" actId="20577"/>
        <pc:sldMkLst>
          <pc:docMk/>
          <pc:sldMk cId="2767570654" sldId="303"/>
        </pc:sldMkLst>
        <pc:spChg chg="mod">
          <ac:chgData name="Christopher Power" userId="83706efc-52ec-4aad-b93a-e27c6e901a30" providerId="ADAL" clId="{334A65D2-812A-5EDD-A5B2-F31A17A4407D}" dt="2026-09-23T22:56:52.090" v="1345" actId="20577"/>
          <ac:spMkLst>
            <pc:docMk/>
            <pc:sldMk cId="2767570654" sldId="303"/>
            <ac:spMk id="2" creationId="{8A2A623E-D05A-D865-F429-FBD7AC5332F6}"/>
          </ac:spMkLst>
        </pc:spChg>
      </pc:sldChg>
      <pc:sldChg chg="delSp modSp mod delDesignElem chgLayout">
        <pc:chgData name="Christopher Power" userId="83706efc-52ec-4aad-b93a-e27c6e901a30" providerId="ADAL" clId="{334A65D2-812A-5EDD-A5B2-F31A17A4407D}" dt="2026-09-23T22:39:05.604" v="111" actId="113"/>
        <pc:sldMkLst>
          <pc:docMk/>
          <pc:sldMk cId="1479555410" sldId="319"/>
        </pc:sldMkLst>
        <pc:spChg chg="mod ord">
          <ac:chgData name="Christopher Power" userId="83706efc-52ec-4aad-b93a-e27c6e901a30" providerId="ADAL" clId="{334A65D2-812A-5EDD-A5B2-F31A17A4407D}" dt="2026-09-23T22:39:00.675" v="110" actId="700"/>
          <ac:spMkLst>
            <pc:docMk/>
            <pc:sldMk cId="1479555410" sldId="319"/>
            <ac:spMk id="2" creationId="{E40B77F1-2263-CC75-E2A8-B2DC29A97BCD}"/>
          </ac:spMkLst>
        </pc:spChg>
        <pc:spChg chg="mod ord">
          <ac:chgData name="Christopher Power" userId="83706efc-52ec-4aad-b93a-e27c6e901a30" providerId="ADAL" clId="{334A65D2-812A-5EDD-A5B2-F31A17A4407D}" dt="2026-09-23T22:39:05.604" v="111" actId="113"/>
          <ac:spMkLst>
            <pc:docMk/>
            <pc:sldMk cId="1479555410" sldId="319"/>
            <ac:spMk id="10" creationId="{E6BA8204-D711-B59A-BF91-D8C6B4B998E7}"/>
          </ac:spMkLst>
        </pc:spChg>
        <pc:spChg chg="del">
          <ac:chgData name="Christopher Power" userId="83706efc-52ec-4aad-b93a-e27c6e901a30" providerId="ADAL" clId="{334A65D2-812A-5EDD-A5B2-F31A17A4407D}" dt="2026-09-23T22:39:00.675" v="110" actId="700"/>
          <ac:spMkLst>
            <pc:docMk/>
            <pc:sldMk cId="1479555410" sldId="319"/>
            <ac:spMk id="1035" creationId="{879398A9-0D0D-4901-BDDF-B3D93CECA7B9}"/>
          </ac:spMkLst>
        </pc:spChg>
        <pc:spChg chg="del">
          <ac:chgData name="Christopher Power" userId="83706efc-52ec-4aad-b93a-e27c6e901a30" providerId="ADAL" clId="{334A65D2-812A-5EDD-A5B2-F31A17A4407D}" dt="2026-09-23T22:39:00.675" v="110" actId="700"/>
          <ac:spMkLst>
            <pc:docMk/>
            <pc:sldMk cId="1479555410" sldId="319"/>
            <ac:spMk id="1037" creationId="{011FEC3B-E514-4E21-B2CB-7903A73569E2}"/>
          </ac:spMkLst>
        </pc:spChg>
        <pc:picChg chg="del">
          <ac:chgData name="Christopher Power" userId="83706efc-52ec-4aad-b93a-e27c6e901a30" providerId="ADAL" clId="{334A65D2-812A-5EDD-A5B2-F31A17A4407D}" dt="2026-09-23T22:38:52.704" v="109" actId="478"/>
          <ac:picMkLst>
            <pc:docMk/>
            <pc:sldMk cId="1479555410" sldId="319"/>
            <ac:picMk id="1030" creationId="{CD49FDF3-41D4-8A83-5C80-89F59291024E}"/>
          </ac:picMkLst>
        </pc:picChg>
      </pc:sldChg>
      <pc:sldChg chg="add del">
        <pc:chgData name="Christopher Power" userId="83706efc-52ec-4aad-b93a-e27c6e901a30" providerId="ADAL" clId="{334A65D2-812A-5EDD-A5B2-F31A17A4407D}" dt="2026-09-23T23:02:21.560" v="1690" actId="2696"/>
        <pc:sldMkLst>
          <pc:docMk/>
          <pc:sldMk cId="1347515637" sldId="345"/>
        </pc:sldMkLst>
      </pc:sldChg>
      <pc:sldChg chg="add">
        <pc:chgData name="Christopher Power" userId="83706efc-52ec-4aad-b93a-e27c6e901a30" providerId="ADAL" clId="{334A65D2-812A-5EDD-A5B2-F31A17A4407D}" dt="2026-09-23T23:02:26.468" v="1691"/>
        <pc:sldMkLst>
          <pc:docMk/>
          <pc:sldMk cId="3047553277" sldId="345"/>
        </pc:sldMkLst>
      </pc:sldChg>
      <pc:sldChg chg="add del ord">
        <pc:chgData name="Christopher Power" userId="83706efc-52ec-4aad-b93a-e27c6e901a30" providerId="ADAL" clId="{334A65D2-812A-5EDD-A5B2-F31A17A4407D}" dt="2026-09-23T23:02:02.190" v="1688" actId="2696"/>
        <pc:sldMkLst>
          <pc:docMk/>
          <pc:sldMk cId="3047993840" sldId="345"/>
        </pc:sldMkLst>
      </pc:sldChg>
      <pc:sldChg chg="modSp add mod">
        <pc:chgData name="Christopher Power" userId="83706efc-52ec-4aad-b93a-e27c6e901a30" providerId="ADAL" clId="{334A65D2-812A-5EDD-A5B2-F31A17A4407D}" dt="2026-09-23T23:03:06.108" v="1738" actId="20577"/>
        <pc:sldMkLst>
          <pc:docMk/>
          <pc:sldMk cId="2545299071" sldId="346"/>
        </pc:sldMkLst>
        <pc:spChg chg="mod">
          <ac:chgData name="Christopher Power" userId="83706efc-52ec-4aad-b93a-e27c6e901a30" providerId="ADAL" clId="{334A65D2-812A-5EDD-A5B2-F31A17A4407D}" dt="2026-09-23T23:03:06.108" v="1738" actId="20577"/>
          <ac:spMkLst>
            <pc:docMk/>
            <pc:sldMk cId="2545299071" sldId="346"/>
            <ac:spMk id="3" creationId="{F17F6D82-2182-ED76-025F-C80758FD45E7}"/>
          </ac:spMkLst>
        </pc:spChg>
      </pc:sldChg>
      <pc:sldChg chg="add del">
        <pc:chgData name="Christopher Power" userId="83706efc-52ec-4aad-b93a-e27c6e901a30" providerId="ADAL" clId="{334A65D2-812A-5EDD-A5B2-F31A17A4407D}" dt="2026-09-23T23:02:21.560" v="1690" actId="2696"/>
        <pc:sldMkLst>
          <pc:docMk/>
          <pc:sldMk cId="3266438249" sldId="346"/>
        </pc:sldMkLst>
      </pc:sldChg>
      <pc:sldChg chg="addSp delSp modSp add del mod">
        <pc:chgData name="Christopher Power" userId="83706efc-52ec-4aad-b93a-e27c6e901a30" providerId="ADAL" clId="{334A65D2-812A-5EDD-A5B2-F31A17A4407D}" dt="2026-09-23T23:02:02.190" v="1688" actId="2696"/>
        <pc:sldMkLst>
          <pc:docMk/>
          <pc:sldMk cId="4224829411" sldId="346"/>
        </pc:sldMkLst>
        <pc:spChg chg="mod">
          <ac:chgData name="Christopher Power" userId="83706efc-52ec-4aad-b93a-e27c6e901a30" providerId="ADAL" clId="{334A65D2-812A-5EDD-A5B2-F31A17A4407D}" dt="2026-09-23T22:51:29.199" v="1296" actId="12"/>
          <ac:spMkLst>
            <pc:docMk/>
            <pc:sldMk cId="4224829411" sldId="346"/>
            <ac:spMk id="3" creationId="{F17F6D82-2182-ED76-025F-C80758FD45E7}"/>
          </ac:spMkLst>
        </pc:spChg>
        <pc:spChg chg="add del mod">
          <ac:chgData name="Christopher Power" userId="83706efc-52ec-4aad-b93a-e27c6e901a30" providerId="ADAL" clId="{334A65D2-812A-5EDD-A5B2-F31A17A4407D}" dt="2026-09-23T22:46:29.767" v="651"/>
          <ac:spMkLst>
            <pc:docMk/>
            <pc:sldMk cId="4224829411" sldId="346"/>
            <ac:spMk id="4" creationId="{86925AA2-082C-9CF0-2DEA-915EB6535878}"/>
          </ac:spMkLst>
        </pc:spChg>
      </pc:sldChg>
      <pc:sldChg chg="addSp delSp modSp add mod ord chgLayout">
        <pc:chgData name="Christopher Power" userId="83706efc-52ec-4aad-b93a-e27c6e901a30" providerId="ADAL" clId="{334A65D2-812A-5EDD-A5B2-F31A17A4407D}" dt="2026-09-23T23:22:13.878" v="3960" actId="20577"/>
        <pc:sldMkLst>
          <pc:docMk/>
          <pc:sldMk cId="845996353" sldId="347"/>
        </pc:sldMkLst>
        <pc:spChg chg="mod ord">
          <ac:chgData name="Christopher Power" userId="83706efc-52ec-4aad-b93a-e27c6e901a30" providerId="ADAL" clId="{334A65D2-812A-5EDD-A5B2-F31A17A4407D}" dt="2026-09-23T23:22:13.878" v="3960" actId="20577"/>
          <ac:spMkLst>
            <pc:docMk/>
            <pc:sldMk cId="845996353" sldId="347"/>
            <ac:spMk id="2" creationId="{E9DA812E-BDA6-B98C-D4BF-A474A07D8106}"/>
          </ac:spMkLst>
        </pc:spChg>
        <pc:spChg chg="mod ord">
          <ac:chgData name="Christopher Power" userId="83706efc-52ec-4aad-b93a-e27c6e901a30" providerId="ADAL" clId="{334A65D2-812A-5EDD-A5B2-F31A17A4407D}" dt="2026-09-23T23:00:34.075" v="1537" actId="20577"/>
          <ac:spMkLst>
            <pc:docMk/>
            <pc:sldMk cId="845996353" sldId="347"/>
            <ac:spMk id="3" creationId="{B587BD0A-0620-6574-FB1B-75677B6E8CEE}"/>
          </ac:spMkLst>
        </pc:spChg>
        <pc:spChg chg="del">
          <ac:chgData name="Christopher Power" userId="83706efc-52ec-4aad-b93a-e27c6e901a30" providerId="ADAL" clId="{334A65D2-812A-5EDD-A5B2-F31A17A4407D}" dt="2026-09-23T22:52:19.960" v="1306" actId="478"/>
          <ac:spMkLst>
            <pc:docMk/>
            <pc:sldMk cId="845996353" sldId="347"/>
            <ac:spMk id="4" creationId="{C83F6F7E-D1CC-8F83-8DE8-6AF4A77F2FAB}"/>
          </ac:spMkLst>
        </pc:spChg>
        <pc:spChg chg="del">
          <ac:chgData name="Christopher Power" userId="83706efc-52ec-4aad-b93a-e27c6e901a30" providerId="ADAL" clId="{334A65D2-812A-5EDD-A5B2-F31A17A4407D}" dt="2026-09-23T22:52:19.960" v="1306" actId="478"/>
          <ac:spMkLst>
            <pc:docMk/>
            <pc:sldMk cId="845996353" sldId="347"/>
            <ac:spMk id="5" creationId="{8282631E-59E6-AB8F-DD11-81BE62A0BABF}"/>
          </ac:spMkLst>
        </pc:spChg>
        <pc:spChg chg="del">
          <ac:chgData name="Christopher Power" userId="83706efc-52ec-4aad-b93a-e27c6e901a30" providerId="ADAL" clId="{334A65D2-812A-5EDD-A5B2-F31A17A4407D}" dt="2026-09-23T22:52:19.960" v="1306" actId="478"/>
          <ac:spMkLst>
            <pc:docMk/>
            <pc:sldMk cId="845996353" sldId="347"/>
            <ac:spMk id="6" creationId="{7C4F2D14-466A-A9EE-EC63-495C5EC26154}"/>
          </ac:spMkLst>
        </pc:spChg>
        <pc:spChg chg="add del mod">
          <ac:chgData name="Christopher Power" userId="83706efc-52ec-4aad-b93a-e27c6e901a30" providerId="ADAL" clId="{334A65D2-812A-5EDD-A5B2-F31A17A4407D}" dt="2026-09-23T22:58:47.459" v="1440"/>
          <ac:spMkLst>
            <pc:docMk/>
            <pc:sldMk cId="845996353" sldId="347"/>
            <ac:spMk id="7" creationId="{C27126AB-61D7-A0FB-49A2-48A42AB2B5E0}"/>
          </ac:spMkLst>
        </pc:spChg>
        <pc:spChg chg="del">
          <ac:chgData name="Christopher Power" userId="83706efc-52ec-4aad-b93a-e27c6e901a30" providerId="ADAL" clId="{334A65D2-812A-5EDD-A5B2-F31A17A4407D}" dt="2026-09-23T22:52:19.960" v="1306" actId="478"/>
          <ac:spMkLst>
            <pc:docMk/>
            <pc:sldMk cId="845996353" sldId="347"/>
            <ac:spMk id="8" creationId="{C55A29C1-099F-1504-1CC8-3A4FA94FDDAD}"/>
          </ac:spMkLst>
        </pc:spChg>
        <pc:spChg chg="del">
          <ac:chgData name="Christopher Power" userId="83706efc-52ec-4aad-b93a-e27c6e901a30" providerId="ADAL" clId="{334A65D2-812A-5EDD-A5B2-F31A17A4407D}" dt="2026-09-23T22:52:19.960" v="1306" actId="478"/>
          <ac:spMkLst>
            <pc:docMk/>
            <pc:sldMk cId="845996353" sldId="347"/>
            <ac:spMk id="9" creationId="{841703C9-79E5-30F0-848C-4C3630BB6A23}"/>
          </ac:spMkLst>
        </pc:spChg>
        <pc:spChg chg="del">
          <ac:chgData name="Christopher Power" userId="83706efc-52ec-4aad-b93a-e27c6e901a30" providerId="ADAL" clId="{334A65D2-812A-5EDD-A5B2-F31A17A4407D}" dt="2026-09-23T22:52:19.960" v="1306" actId="478"/>
          <ac:spMkLst>
            <pc:docMk/>
            <pc:sldMk cId="845996353" sldId="347"/>
            <ac:spMk id="11" creationId="{9C18CCD3-5EA9-AB9B-551F-1F6905721523}"/>
          </ac:spMkLst>
        </pc:spChg>
        <pc:spChg chg="del">
          <ac:chgData name="Christopher Power" userId="83706efc-52ec-4aad-b93a-e27c6e901a30" providerId="ADAL" clId="{334A65D2-812A-5EDD-A5B2-F31A17A4407D}" dt="2026-09-23T22:52:19.960" v="1306" actId="478"/>
          <ac:spMkLst>
            <pc:docMk/>
            <pc:sldMk cId="845996353" sldId="347"/>
            <ac:spMk id="13" creationId="{C9AF36EC-1CE4-B442-500E-6BD88C3CF942}"/>
          </ac:spMkLst>
        </pc:spChg>
        <pc:spChg chg="del">
          <ac:chgData name="Christopher Power" userId="83706efc-52ec-4aad-b93a-e27c6e901a30" providerId="ADAL" clId="{334A65D2-812A-5EDD-A5B2-F31A17A4407D}" dt="2026-09-23T22:52:19.960" v="1306" actId="478"/>
          <ac:spMkLst>
            <pc:docMk/>
            <pc:sldMk cId="845996353" sldId="347"/>
            <ac:spMk id="16" creationId="{1CAE087F-8837-AE1F-0E1E-C065942D3A67}"/>
          </ac:spMkLst>
        </pc:spChg>
        <pc:spChg chg="del">
          <ac:chgData name="Christopher Power" userId="83706efc-52ec-4aad-b93a-e27c6e901a30" providerId="ADAL" clId="{334A65D2-812A-5EDD-A5B2-F31A17A4407D}" dt="2026-09-23T22:52:22.897" v="1307" actId="478"/>
          <ac:spMkLst>
            <pc:docMk/>
            <pc:sldMk cId="845996353" sldId="347"/>
            <ac:spMk id="19" creationId="{BAB93182-9E3F-F547-E2E1-E1CA7E99BAE1}"/>
          </ac:spMkLst>
        </pc:spChg>
        <pc:spChg chg="del">
          <ac:chgData name="Christopher Power" userId="83706efc-52ec-4aad-b93a-e27c6e901a30" providerId="ADAL" clId="{334A65D2-812A-5EDD-A5B2-F31A17A4407D}" dt="2026-09-23T22:52:19.960" v="1306" actId="478"/>
          <ac:spMkLst>
            <pc:docMk/>
            <pc:sldMk cId="845996353" sldId="347"/>
            <ac:spMk id="22" creationId="{E0B4A6E3-FC03-2447-F3B3-6A2F94A07C0C}"/>
          </ac:spMkLst>
        </pc:spChg>
        <pc:graphicFrameChg chg="add del">
          <ac:chgData name="Christopher Power" userId="83706efc-52ec-4aad-b93a-e27c6e901a30" providerId="ADAL" clId="{334A65D2-812A-5EDD-A5B2-F31A17A4407D}" dt="2026-09-23T22:57:24.188" v="1348" actId="26606"/>
          <ac:graphicFrameMkLst>
            <pc:docMk/>
            <pc:sldMk cId="845996353" sldId="347"/>
            <ac:graphicFrameMk id="12" creationId="{E933619F-20DA-C235-2E61-99E16F29987B}"/>
          </ac:graphicFrameMkLst>
        </pc:graphicFrameChg>
        <pc:graphicFrameChg chg="add del">
          <ac:chgData name="Christopher Power" userId="83706efc-52ec-4aad-b93a-e27c6e901a30" providerId="ADAL" clId="{334A65D2-812A-5EDD-A5B2-F31A17A4407D}" dt="2026-09-23T22:57:25.658" v="1350" actId="26606"/>
          <ac:graphicFrameMkLst>
            <pc:docMk/>
            <pc:sldMk cId="845996353" sldId="347"/>
            <ac:graphicFrameMk id="17" creationId="{7DE557DC-FA74-3C28-F0A1-6D57B40235D3}"/>
          </ac:graphicFrameMkLst>
        </pc:graphicFrameChg>
        <pc:graphicFrameChg chg="add del">
          <ac:chgData name="Christopher Power" userId="83706efc-52ec-4aad-b93a-e27c6e901a30" providerId="ADAL" clId="{334A65D2-812A-5EDD-A5B2-F31A17A4407D}" dt="2026-09-23T22:57:29.083" v="1352" actId="26606"/>
          <ac:graphicFrameMkLst>
            <pc:docMk/>
            <pc:sldMk cId="845996353" sldId="347"/>
            <ac:graphicFrameMk id="21" creationId="{2EB0E93C-AD25-4154-01B4-0AD68D3B18AC}"/>
          </ac:graphicFrameMkLst>
        </pc:graphicFrameChg>
        <pc:graphicFrameChg chg="add del">
          <ac:chgData name="Christopher Power" userId="83706efc-52ec-4aad-b93a-e27c6e901a30" providerId="ADAL" clId="{334A65D2-812A-5EDD-A5B2-F31A17A4407D}" dt="2026-09-23T22:57:34.131" v="1354" actId="26606"/>
          <ac:graphicFrameMkLst>
            <pc:docMk/>
            <pc:sldMk cId="845996353" sldId="347"/>
            <ac:graphicFrameMk id="23" creationId="{D704BBB8-D74C-38B9-1094-7B576B0A19ED}"/>
          </ac:graphicFrameMkLst>
        </pc:graphicFrameChg>
        <pc:cxnChg chg="del">
          <ac:chgData name="Christopher Power" userId="83706efc-52ec-4aad-b93a-e27c6e901a30" providerId="ADAL" clId="{334A65D2-812A-5EDD-A5B2-F31A17A4407D}" dt="2026-09-23T22:52:19.960" v="1306" actId="478"/>
          <ac:cxnSpMkLst>
            <pc:docMk/>
            <pc:sldMk cId="845996353" sldId="347"/>
            <ac:cxnSpMk id="10" creationId="{3A21C882-1999-3E80-9E8C-C376051EBFF5}"/>
          </ac:cxnSpMkLst>
        </pc:cxnChg>
      </pc:sldChg>
      <pc:sldChg chg="modSp new mod">
        <pc:chgData name="Christopher Power" userId="83706efc-52ec-4aad-b93a-e27c6e901a30" providerId="ADAL" clId="{334A65D2-812A-5EDD-A5B2-F31A17A4407D}" dt="2026-09-23T23:01:45.793" v="1687" actId="20577"/>
        <pc:sldMkLst>
          <pc:docMk/>
          <pc:sldMk cId="3592584529" sldId="348"/>
        </pc:sldMkLst>
        <pc:spChg chg="mod">
          <ac:chgData name="Christopher Power" userId="83706efc-52ec-4aad-b93a-e27c6e901a30" providerId="ADAL" clId="{334A65D2-812A-5EDD-A5B2-F31A17A4407D}" dt="2026-09-23T23:01:37.185" v="1652" actId="20577"/>
          <ac:spMkLst>
            <pc:docMk/>
            <pc:sldMk cId="3592584529" sldId="348"/>
            <ac:spMk id="2" creationId="{9819D0B1-E0EA-2597-2C7D-C3D53D5E6AE3}"/>
          </ac:spMkLst>
        </pc:spChg>
        <pc:spChg chg="mod">
          <ac:chgData name="Christopher Power" userId="83706efc-52ec-4aad-b93a-e27c6e901a30" providerId="ADAL" clId="{334A65D2-812A-5EDD-A5B2-F31A17A4407D}" dt="2026-09-23T23:01:45.793" v="1687" actId="20577"/>
          <ac:spMkLst>
            <pc:docMk/>
            <pc:sldMk cId="3592584529" sldId="348"/>
            <ac:spMk id="3" creationId="{F3259293-AA51-0015-E067-19F3E2B65C17}"/>
          </ac:spMkLst>
        </pc:spChg>
      </pc:sldChg>
      <pc:sldChg chg="addSp modSp add mod modClrScheme chgLayout">
        <pc:chgData name="Christopher Power" userId="83706efc-52ec-4aad-b93a-e27c6e901a30" providerId="ADAL" clId="{334A65D2-812A-5EDD-A5B2-F31A17A4407D}" dt="2026-09-23T23:11:53.884" v="2652" actId="27636"/>
        <pc:sldMkLst>
          <pc:docMk/>
          <pc:sldMk cId="2093993601" sldId="349"/>
        </pc:sldMkLst>
        <pc:spChg chg="mod ord">
          <ac:chgData name="Christopher Power" userId="83706efc-52ec-4aad-b93a-e27c6e901a30" providerId="ADAL" clId="{334A65D2-812A-5EDD-A5B2-F31A17A4407D}" dt="2026-09-23T23:06:09.438" v="2125" actId="700"/>
          <ac:spMkLst>
            <pc:docMk/>
            <pc:sldMk cId="2093993601" sldId="349"/>
            <ac:spMk id="2" creationId="{2EAA5DBC-1F01-83EE-DF33-3B589B8B197B}"/>
          </ac:spMkLst>
        </pc:spChg>
        <pc:spChg chg="mod ord">
          <ac:chgData name="Christopher Power" userId="83706efc-52ec-4aad-b93a-e27c6e901a30" providerId="ADAL" clId="{334A65D2-812A-5EDD-A5B2-F31A17A4407D}" dt="2026-09-23T23:11:53.884" v="2652" actId="27636"/>
          <ac:spMkLst>
            <pc:docMk/>
            <pc:sldMk cId="2093993601" sldId="349"/>
            <ac:spMk id="3" creationId="{13E9CA22-A4C4-AA39-AB06-7B83073C62AE}"/>
          </ac:spMkLst>
        </pc:spChg>
        <pc:spChg chg="add mod ord">
          <ac:chgData name="Christopher Power" userId="83706efc-52ec-4aad-b93a-e27c6e901a30" providerId="ADAL" clId="{334A65D2-812A-5EDD-A5B2-F31A17A4407D}" dt="2026-09-23T23:07:17.201" v="2208" actId="20577"/>
          <ac:spMkLst>
            <pc:docMk/>
            <pc:sldMk cId="2093993601" sldId="349"/>
            <ac:spMk id="4" creationId="{D6549FC6-B221-3DB7-021E-25966C9FB1EE}"/>
          </ac:spMkLst>
        </pc:spChg>
      </pc:sldChg>
      <pc:sldChg chg="addSp modSp add mod modClrScheme chgLayout">
        <pc:chgData name="Christopher Power" userId="83706efc-52ec-4aad-b93a-e27c6e901a30" providerId="ADAL" clId="{334A65D2-812A-5EDD-A5B2-F31A17A4407D}" dt="2026-09-23T23:24:43.423" v="4036" actId="15"/>
        <pc:sldMkLst>
          <pc:docMk/>
          <pc:sldMk cId="1263968090" sldId="350"/>
        </pc:sldMkLst>
        <pc:spChg chg="mod ord">
          <ac:chgData name="Christopher Power" userId="83706efc-52ec-4aad-b93a-e27c6e901a30" providerId="ADAL" clId="{334A65D2-812A-5EDD-A5B2-F31A17A4407D}" dt="2026-09-23T23:13:48.858" v="2895" actId="20577"/>
          <ac:spMkLst>
            <pc:docMk/>
            <pc:sldMk cId="1263968090" sldId="350"/>
            <ac:spMk id="2" creationId="{331C2F37-BD69-DB33-7B7F-3337F6AE55A5}"/>
          </ac:spMkLst>
        </pc:spChg>
        <pc:spChg chg="mod ord">
          <ac:chgData name="Christopher Power" userId="83706efc-52ec-4aad-b93a-e27c6e901a30" providerId="ADAL" clId="{334A65D2-812A-5EDD-A5B2-F31A17A4407D}" dt="2026-09-23T23:11:22.354" v="2645" actId="20577"/>
          <ac:spMkLst>
            <pc:docMk/>
            <pc:sldMk cId="1263968090" sldId="350"/>
            <ac:spMk id="3" creationId="{868EC817-85B5-7D26-05B2-B41AA10C0B81}"/>
          </ac:spMkLst>
        </pc:spChg>
        <pc:spChg chg="add mod ord">
          <ac:chgData name="Christopher Power" userId="83706efc-52ec-4aad-b93a-e27c6e901a30" providerId="ADAL" clId="{334A65D2-812A-5EDD-A5B2-F31A17A4407D}" dt="2026-09-23T23:24:43.423" v="4036" actId="15"/>
          <ac:spMkLst>
            <pc:docMk/>
            <pc:sldMk cId="1263968090" sldId="350"/>
            <ac:spMk id="4" creationId="{15D187BE-093B-09C7-E2AF-AA197C0B3C8C}"/>
          </ac:spMkLst>
        </pc:spChg>
        <pc:spChg chg="add mod">
          <ac:chgData name="Christopher Power" userId="83706efc-52ec-4aad-b93a-e27c6e901a30" providerId="ADAL" clId="{334A65D2-812A-5EDD-A5B2-F31A17A4407D}" dt="2026-09-23T23:08:57.536" v="2305"/>
          <ac:spMkLst>
            <pc:docMk/>
            <pc:sldMk cId="1263968090" sldId="350"/>
            <ac:spMk id="5" creationId="{E291A30F-C7C0-F217-4390-57F8D8770B13}"/>
          </ac:spMkLst>
        </pc:spChg>
      </pc:sldChg>
      <pc:sldChg chg="addSp delSp modSp new add del mod modClrScheme chgLayout">
        <pc:chgData name="Christopher Power" userId="83706efc-52ec-4aad-b93a-e27c6e901a30" providerId="ADAL" clId="{334A65D2-812A-5EDD-A5B2-F31A17A4407D}" dt="2026-09-23T23:27:26.354" v="4248" actId="2696"/>
        <pc:sldMkLst>
          <pc:docMk/>
          <pc:sldMk cId="1208677323" sldId="351"/>
        </pc:sldMkLst>
        <pc:spChg chg="mod ord">
          <ac:chgData name="Christopher Power" userId="83706efc-52ec-4aad-b93a-e27c6e901a30" providerId="ADAL" clId="{334A65D2-812A-5EDD-A5B2-F31A17A4407D}" dt="2026-09-23T23:16:23.033" v="3314" actId="700"/>
          <ac:spMkLst>
            <pc:docMk/>
            <pc:sldMk cId="1208677323" sldId="351"/>
            <ac:spMk id="2" creationId="{5DBFEA26-E320-C8FC-5926-570A5596BBC8}"/>
          </ac:spMkLst>
        </pc:spChg>
        <pc:spChg chg="del">
          <ac:chgData name="Christopher Power" userId="83706efc-52ec-4aad-b93a-e27c6e901a30" providerId="ADAL" clId="{334A65D2-812A-5EDD-A5B2-F31A17A4407D}" dt="2026-09-23T23:16:18.792" v="3313" actId="700"/>
          <ac:spMkLst>
            <pc:docMk/>
            <pc:sldMk cId="1208677323" sldId="351"/>
            <ac:spMk id="3" creationId="{08C8062F-F86F-713D-7E8B-0AE951DD0E81}"/>
          </ac:spMkLst>
        </pc:spChg>
        <pc:spChg chg="del">
          <ac:chgData name="Christopher Power" userId="83706efc-52ec-4aad-b93a-e27c6e901a30" providerId="ADAL" clId="{334A65D2-812A-5EDD-A5B2-F31A17A4407D}" dt="2026-09-23T23:16:18.792" v="3313" actId="700"/>
          <ac:spMkLst>
            <pc:docMk/>
            <pc:sldMk cId="1208677323" sldId="351"/>
            <ac:spMk id="4" creationId="{620E3DE3-89D5-96FE-5FF1-E76DBB41E217}"/>
          </ac:spMkLst>
        </pc:spChg>
        <pc:spChg chg="add mod ord">
          <ac:chgData name="Christopher Power" userId="83706efc-52ec-4aad-b93a-e27c6e901a30" providerId="ADAL" clId="{334A65D2-812A-5EDD-A5B2-F31A17A4407D}" dt="2026-09-23T23:21:40.174" v="3944" actId="20577"/>
          <ac:spMkLst>
            <pc:docMk/>
            <pc:sldMk cId="1208677323" sldId="351"/>
            <ac:spMk id="5" creationId="{DBF8F0E3-297D-D54F-644F-51C79B24DBFE}"/>
          </ac:spMkLst>
        </pc:spChg>
      </pc:sldChg>
      <pc:sldChg chg="modSp new add del mod ord">
        <pc:chgData name="Christopher Power" userId="83706efc-52ec-4aad-b93a-e27c6e901a30" providerId="ADAL" clId="{334A65D2-812A-5EDD-A5B2-F31A17A4407D}" dt="2026-09-23T23:24:06.009" v="3971" actId="2696"/>
        <pc:sldMkLst>
          <pc:docMk/>
          <pc:sldMk cId="2441700990" sldId="352"/>
        </pc:sldMkLst>
        <pc:spChg chg="mod">
          <ac:chgData name="Christopher Power" userId="83706efc-52ec-4aad-b93a-e27c6e901a30" providerId="ADAL" clId="{334A65D2-812A-5EDD-A5B2-F31A17A4407D}" dt="2026-09-23T23:15:58.529" v="3309" actId="20577"/>
          <ac:spMkLst>
            <pc:docMk/>
            <pc:sldMk cId="2441700990" sldId="352"/>
            <ac:spMk id="2" creationId="{3A37202A-2809-E3C4-CB7E-63890A924128}"/>
          </ac:spMkLst>
        </pc:spChg>
        <pc:spChg chg="mod">
          <ac:chgData name="Christopher Power" userId="83706efc-52ec-4aad-b93a-e27c6e901a30" providerId="ADAL" clId="{334A65D2-812A-5EDD-A5B2-F31A17A4407D}" dt="2026-09-23T23:18:46.104" v="3611" actId="20577"/>
          <ac:spMkLst>
            <pc:docMk/>
            <pc:sldMk cId="2441700990" sldId="352"/>
            <ac:spMk id="3" creationId="{2BA42F2C-A99C-5EE3-1E01-787D269F395D}"/>
          </ac:spMkLst>
        </pc:spChg>
      </pc:sldChg>
      <pc:sldChg chg="new del">
        <pc:chgData name="Christopher Power" userId="83706efc-52ec-4aad-b93a-e27c6e901a30" providerId="ADAL" clId="{334A65D2-812A-5EDD-A5B2-F31A17A4407D}" dt="2026-09-23T23:16:14.671" v="3312" actId="2696"/>
        <pc:sldMkLst>
          <pc:docMk/>
          <pc:sldMk cId="1720887331" sldId="353"/>
        </pc:sldMkLst>
      </pc:sldChg>
      <pc:sldChg chg="addSp delSp modSp add mod ord">
        <pc:chgData name="Christopher Power" userId="83706efc-52ec-4aad-b93a-e27c6e901a30" providerId="ADAL" clId="{334A65D2-812A-5EDD-A5B2-F31A17A4407D}" dt="2026-09-23T23:28:35.308" v="4346"/>
        <pc:sldMkLst>
          <pc:docMk/>
          <pc:sldMk cId="3063947877" sldId="353"/>
        </pc:sldMkLst>
        <pc:spChg chg="add del mod">
          <ac:chgData name="Christopher Power" userId="83706efc-52ec-4aad-b93a-e27c6e901a30" providerId="ADAL" clId="{334A65D2-812A-5EDD-A5B2-F31A17A4407D}" dt="2026-09-23T23:28:35.308" v="4346"/>
          <ac:spMkLst>
            <pc:docMk/>
            <pc:sldMk cId="3063947877" sldId="353"/>
            <ac:spMk id="3" creationId="{D798E6ED-CCAD-1560-010F-B1A638EAC408}"/>
          </ac:spMkLst>
        </pc:spChg>
        <pc:spChg chg="mod">
          <ac:chgData name="Christopher Power" userId="83706efc-52ec-4aad-b93a-e27c6e901a30" providerId="ADAL" clId="{334A65D2-812A-5EDD-A5B2-F31A17A4407D}" dt="2026-09-23T23:28:31.680" v="4344" actId="113"/>
          <ac:spMkLst>
            <pc:docMk/>
            <pc:sldMk cId="3063947877" sldId="353"/>
            <ac:spMk id="5" creationId="{B39E0947-BAE9-01D4-0EA4-D6C452C8BC3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85323A-822E-E84A-9FEB-A103DD03B04F}"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F92D9-E9D5-EA45-93E3-E28E893B5AE2}" type="slidenum">
              <a:rPr lang="en-US" smtClean="0"/>
              <a:t>‹#›</a:t>
            </a:fld>
            <a:endParaRPr lang="en-US"/>
          </a:p>
        </p:txBody>
      </p:sp>
    </p:spTree>
    <p:extLst>
      <p:ext uri="{BB962C8B-B14F-4D97-AF65-F5344CB8AC3E}">
        <p14:creationId xmlns:p14="http://schemas.microsoft.com/office/powerpoint/2010/main" val="1505437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This is an important self-check to do in class – most will say that it prints the sentence with the number.  But it actually errors out because the input pulls in a str that needs to be converted.</a:t>
            </a:r>
          </a:p>
        </p:txBody>
      </p:sp>
      <p:sp>
        <p:nvSpPr>
          <p:cNvPr id="4" name="Slide Number Placeholder 3"/>
          <p:cNvSpPr>
            <a:spLocks noGrp="1"/>
          </p:cNvSpPr>
          <p:nvPr>
            <p:ph type="sldNum" sz="quarter" idx="5"/>
          </p:nvPr>
        </p:nvSpPr>
        <p:spPr/>
        <p:txBody>
          <a:bodyPr/>
          <a:lstStyle/>
          <a:p>
            <a:fld id="{7B4F92D9-E9D5-EA45-93E3-E28E893B5AE2}" type="slidenum">
              <a:rPr lang="en-US" smtClean="0"/>
              <a:t>25</a:t>
            </a:fld>
            <a:endParaRPr lang="en-US"/>
          </a:p>
        </p:txBody>
      </p:sp>
    </p:spTree>
    <p:extLst>
      <p:ext uri="{BB962C8B-B14F-4D97-AF65-F5344CB8AC3E}">
        <p14:creationId xmlns:p14="http://schemas.microsoft.com/office/powerpoint/2010/main" val="2119443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9/23/26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9/23/26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9/23/26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9/23/26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9/23/26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9/23/26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9/23/26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9/23/26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9/23/26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9/23/26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9/23/26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9/23/26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olab.research.google.com/github/UPEI-CS/CS1910-Students/blob/main/lectures/06-Decisions/CS1910_Decisions_Workbook.ipynb"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C5BA-038A-1370-693A-933684213ED6}"/>
              </a:ext>
            </a:extLst>
          </p:cNvPr>
          <p:cNvSpPr>
            <a:spLocks noGrp="1"/>
          </p:cNvSpPr>
          <p:nvPr>
            <p:ph type="ctrTitle"/>
          </p:nvPr>
        </p:nvSpPr>
        <p:spPr>
          <a:xfrm>
            <a:off x="965198" y="2474895"/>
            <a:ext cx="6212764" cy="1908215"/>
          </a:xfrm>
          <a:noFill/>
          <a:ln>
            <a:solidFill>
              <a:schemeClr val="tx1"/>
            </a:solidFill>
          </a:ln>
        </p:spPr>
        <p:txBody>
          <a:bodyPr wrap="square">
            <a:normAutofit/>
          </a:bodyPr>
          <a:lstStyle/>
          <a:p>
            <a:r>
              <a:rPr lang="en-US" sz="4000" dirty="0">
                <a:solidFill>
                  <a:schemeClr val="tx1"/>
                </a:solidFill>
              </a:rPr>
              <a:t>Input/Output</a:t>
            </a:r>
            <a:br>
              <a:rPr lang="en-US" sz="4000" dirty="0">
                <a:solidFill>
                  <a:schemeClr val="tx1"/>
                </a:solidFill>
              </a:rPr>
            </a:br>
            <a:r>
              <a:rPr lang="en-US" sz="4000" dirty="0">
                <a:solidFill>
                  <a:schemeClr val="tx1"/>
                </a:solidFill>
              </a:rPr>
              <a:t>Built-in Functions</a:t>
            </a:r>
          </a:p>
        </p:txBody>
      </p:sp>
      <p:sp>
        <p:nvSpPr>
          <p:cNvPr id="8" name="Rectangle 7">
            <a:extLst>
              <a:ext uri="{FF2B5EF4-FFF2-40B4-BE49-F238E27FC236}">
                <a16:creationId xmlns:a16="http://schemas.microsoft.com/office/drawing/2014/main" id="{157A82F3-F6C4-4325-8C9C-7DF1AD06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0"/>
            <a:ext cx="4062128"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3" name="Subtitle 2">
            <a:extLst>
              <a:ext uri="{FF2B5EF4-FFF2-40B4-BE49-F238E27FC236}">
                <a16:creationId xmlns:a16="http://schemas.microsoft.com/office/drawing/2014/main" id="{C5AB9C7C-BEF1-C07A-6A77-DBDD71480AAD}"/>
              </a:ext>
            </a:extLst>
          </p:cNvPr>
          <p:cNvSpPr>
            <a:spLocks noGrp="1"/>
          </p:cNvSpPr>
          <p:nvPr>
            <p:ph type="subTitle" idx="1"/>
          </p:nvPr>
        </p:nvSpPr>
        <p:spPr>
          <a:xfrm>
            <a:off x="8533732" y="2173266"/>
            <a:ext cx="3254408" cy="2511468"/>
          </a:xfrm>
        </p:spPr>
        <p:txBody>
          <a:bodyPr anchor="ctr">
            <a:normAutofit/>
          </a:bodyPr>
          <a:lstStyle/>
          <a:p>
            <a:r>
              <a:rPr lang="en-US" sz="2400" dirty="0">
                <a:solidFill>
                  <a:schemeClr val="tx2">
                    <a:lumMod val="90000"/>
                  </a:schemeClr>
                </a:solidFill>
              </a:rPr>
              <a:t>CS1910</a:t>
            </a:r>
          </a:p>
          <a:p>
            <a:r>
              <a:rPr lang="en-US" sz="2400" dirty="0">
                <a:solidFill>
                  <a:schemeClr val="tx2">
                    <a:lumMod val="90000"/>
                  </a:schemeClr>
                </a:solidFill>
              </a:rPr>
              <a:t>Computer Science 1</a:t>
            </a:r>
          </a:p>
        </p:txBody>
      </p:sp>
    </p:spTree>
    <p:extLst>
      <p:ext uri="{BB962C8B-B14F-4D97-AF65-F5344CB8AC3E}">
        <p14:creationId xmlns:p14="http://schemas.microsoft.com/office/powerpoint/2010/main" val="300206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B563B-0FC8-0887-46C1-0E2D42C8D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A812E-BDA6-B98C-D4BF-A474A07D8106}"/>
              </a:ext>
            </a:extLst>
          </p:cNvPr>
          <p:cNvSpPr>
            <a:spLocks noGrp="1"/>
          </p:cNvSpPr>
          <p:nvPr>
            <p:ph type="title"/>
          </p:nvPr>
        </p:nvSpPr>
        <p:spPr/>
        <p:txBody>
          <a:bodyPr/>
          <a:lstStyle/>
          <a:p>
            <a:r>
              <a:rPr lang="en-US" dirty="0"/>
              <a:t>FIND a PARTNER:</a:t>
            </a:r>
            <a:br>
              <a:rPr lang="en-US" dirty="0"/>
            </a:br>
            <a:r>
              <a:rPr lang="en-US" dirty="0"/>
              <a:t>Input and Output</a:t>
            </a:r>
          </a:p>
        </p:txBody>
      </p:sp>
      <p:sp>
        <p:nvSpPr>
          <p:cNvPr id="3" name="Content Placeholder 2">
            <a:extLst>
              <a:ext uri="{FF2B5EF4-FFF2-40B4-BE49-F238E27FC236}">
                <a16:creationId xmlns:a16="http://schemas.microsoft.com/office/drawing/2014/main" id="{B587BD0A-0620-6574-FB1B-75677B6E8CEE}"/>
              </a:ext>
            </a:extLst>
          </p:cNvPr>
          <p:cNvSpPr>
            <a:spLocks noGrp="1"/>
          </p:cNvSpPr>
          <p:nvPr>
            <p:ph idx="1"/>
          </p:nvPr>
        </p:nvSpPr>
        <p:spPr/>
        <p:txBody>
          <a:bodyPr/>
          <a:lstStyle/>
          <a:p>
            <a:r>
              <a:rPr lang="en-US" dirty="0"/>
              <a:t>Let’s simulate a program that reads numbers from the user (forever … but we will do 6) and after each number report out the largest number seen to that point.</a:t>
            </a:r>
          </a:p>
          <a:p>
            <a:r>
              <a:rPr lang="en-US" dirty="0"/>
              <a:t> Example set of numbers: 5, 6, 3, 2, 6, 8</a:t>
            </a:r>
          </a:p>
          <a:p>
            <a:endParaRPr lang="en-US" dirty="0"/>
          </a:p>
          <a:p>
            <a:r>
              <a:rPr lang="en-US" dirty="0"/>
              <a:t>How would you do this in partners?</a:t>
            </a:r>
          </a:p>
        </p:txBody>
      </p:sp>
    </p:spTree>
    <p:extLst>
      <p:ext uri="{BB962C8B-B14F-4D97-AF65-F5344CB8AC3E}">
        <p14:creationId xmlns:p14="http://schemas.microsoft.com/office/powerpoint/2010/main" val="845996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9D0B1-E0EA-2597-2C7D-C3D53D5E6AE3}"/>
              </a:ext>
            </a:extLst>
          </p:cNvPr>
          <p:cNvSpPr>
            <a:spLocks noGrp="1"/>
          </p:cNvSpPr>
          <p:nvPr>
            <p:ph type="title"/>
          </p:nvPr>
        </p:nvSpPr>
        <p:spPr/>
        <p:txBody>
          <a:bodyPr/>
          <a:lstStyle/>
          <a:p>
            <a:r>
              <a:rPr lang="en-US" dirty="0"/>
              <a:t>Computational Thinking: Algorithm</a:t>
            </a:r>
          </a:p>
        </p:txBody>
      </p:sp>
      <p:sp>
        <p:nvSpPr>
          <p:cNvPr id="3" name="Content Placeholder 2">
            <a:extLst>
              <a:ext uri="{FF2B5EF4-FFF2-40B4-BE49-F238E27FC236}">
                <a16:creationId xmlns:a16="http://schemas.microsoft.com/office/drawing/2014/main" id="{F3259293-AA51-0015-E067-19F3E2B65C17}"/>
              </a:ext>
            </a:extLst>
          </p:cNvPr>
          <p:cNvSpPr>
            <a:spLocks noGrp="1"/>
          </p:cNvSpPr>
          <p:nvPr>
            <p:ph idx="1"/>
          </p:nvPr>
        </p:nvSpPr>
        <p:spPr/>
        <p:txBody>
          <a:bodyPr>
            <a:normAutofit/>
          </a:bodyPr>
          <a:lstStyle/>
          <a:p>
            <a:r>
              <a:rPr lang="en-US" dirty="0"/>
              <a:t>Let’s try an example with a partner – what is the overall algorithm?</a:t>
            </a:r>
          </a:p>
          <a:p>
            <a:r>
              <a:rPr lang="en-US" dirty="0"/>
              <a:t>In pairs:  One person is a sender, and one is a receiver</a:t>
            </a:r>
          </a:p>
          <a:p>
            <a:pPr marL="571500" lvl="1" indent="-342900">
              <a:buFont typeface="+mj-lt"/>
              <a:buAutoNum type="arabicPeriod"/>
            </a:pPr>
            <a:r>
              <a:rPr lang="en-US" dirty="0"/>
              <a:t>Sender write a set of 6 numbers.</a:t>
            </a:r>
          </a:p>
          <a:p>
            <a:pPr marL="571500" lvl="1" indent="-342900">
              <a:buFont typeface="+mj-lt"/>
              <a:buAutoNum type="arabicPeriod"/>
            </a:pPr>
            <a:r>
              <a:rPr lang="en-US" dirty="0"/>
              <a:t>One number at a time, Receiver asks “Can I have the next number?”, and the Sender gives it.</a:t>
            </a:r>
          </a:p>
          <a:p>
            <a:pPr marL="571500" lvl="1" indent="-342900">
              <a:buFont typeface="+mj-lt"/>
              <a:buAutoNum type="arabicPeriod"/>
            </a:pPr>
            <a:r>
              <a:rPr lang="en-US" dirty="0"/>
              <a:t>Repeat the above line 6 times</a:t>
            </a:r>
          </a:p>
          <a:p>
            <a:pPr marL="571500" lvl="1" indent="-342900">
              <a:buFont typeface="+mj-lt"/>
              <a:buAutoNum type="arabicPeriod"/>
            </a:pPr>
            <a:r>
              <a:rPr lang="en-US" dirty="0"/>
              <a:t>Sender asks “What was the highest number I gave you?”</a:t>
            </a:r>
          </a:p>
          <a:p>
            <a:pPr marL="571500" lvl="1" indent="-342900">
              <a:buFont typeface="+mj-lt"/>
              <a:buAutoNum type="arabicPeriod"/>
            </a:pPr>
            <a:r>
              <a:rPr lang="en-US" dirty="0"/>
              <a:t>The Receiver reports what the highest number was.</a:t>
            </a:r>
          </a:p>
          <a:p>
            <a:endParaRPr lang="en-US" dirty="0"/>
          </a:p>
        </p:txBody>
      </p:sp>
    </p:spTree>
    <p:extLst>
      <p:ext uri="{BB962C8B-B14F-4D97-AF65-F5344CB8AC3E}">
        <p14:creationId xmlns:p14="http://schemas.microsoft.com/office/powerpoint/2010/main" val="35925845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1783-28D9-0ED5-0A75-7A222A708CF7}"/>
              </a:ext>
            </a:extLst>
          </p:cNvPr>
          <p:cNvSpPr>
            <a:spLocks noGrp="1"/>
          </p:cNvSpPr>
          <p:nvPr>
            <p:ph type="title"/>
          </p:nvPr>
        </p:nvSpPr>
        <p:spPr/>
        <p:txBody>
          <a:bodyPr/>
          <a:lstStyle/>
          <a:p>
            <a:r>
              <a:rPr lang="en-CA" dirty="0"/>
              <a:t>Questions to Ask</a:t>
            </a:r>
          </a:p>
        </p:txBody>
      </p:sp>
      <p:sp>
        <p:nvSpPr>
          <p:cNvPr id="3" name="Content Placeholder 2">
            <a:extLst>
              <a:ext uri="{FF2B5EF4-FFF2-40B4-BE49-F238E27FC236}">
                <a16:creationId xmlns:a16="http://schemas.microsoft.com/office/drawing/2014/main" id="{206DA02B-FC27-0F17-7CB0-0293EABDF041}"/>
              </a:ext>
            </a:extLst>
          </p:cNvPr>
          <p:cNvSpPr>
            <a:spLocks noGrp="1"/>
          </p:cNvSpPr>
          <p:nvPr>
            <p:ph idx="1"/>
          </p:nvPr>
        </p:nvSpPr>
        <p:spPr/>
        <p:txBody>
          <a:bodyPr>
            <a:normAutofit/>
          </a:bodyPr>
          <a:lstStyle/>
          <a:p>
            <a:pPr marL="342900" indent="-342900">
              <a:buFont typeface="+mj-lt"/>
              <a:buAutoNum type="arabicPeriod"/>
            </a:pPr>
            <a:r>
              <a:rPr lang="en-CA" dirty="0"/>
              <a:t>What are we trying to achieve?  </a:t>
            </a:r>
          </a:p>
          <a:p>
            <a:pPr marL="342900" indent="-342900">
              <a:buFont typeface="+mj-lt"/>
              <a:buAutoNum type="arabicPeriod"/>
            </a:pPr>
            <a:r>
              <a:rPr lang="en-CA" dirty="0"/>
              <a:t>What do we know?  </a:t>
            </a:r>
          </a:p>
          <a:p>
            <a:pPr marL="342900" indent="-342900">
              <a:buFont typeface="+mj-lt"/>
              <a:buAutoNum type="arabicPeriod"/>
            </a:pPr>
            <a:r>
              <a:rPr lang="en-CA" dirty="0"/>
              <a:t>What information is missing?</a:t>
            </a:r>
          </a:p>
          <a:p>
            <a:pPr marL="342900" indent="-342900">
              <a:buFont typeface="+mj-lt"/>
              <a:buAutoNum type="arabicPeriod"/>
            </a:pPr>
            <a:r>
              <a:rPr lang="en-CA" dirty="0"/>
              <a:t>Can we break it down into smaller parts? </a:t>
            </a:r>
          </a:p>
          <a:p>
            <a:pPr marL="342900" indent="-342900">
              <a:buFont typeface="+mj-lt"/>
              <a:buAutoNum type="arabicPeriod"/>
            </a:pPr>
            <a:r>
              <a:rPr lang="en-CA" dirty="0"/>
              <a:t>What are the patterns?</a:t>
            </a:r>
          </a:p>
          <a:p>
            <a:pPr marL="342900" indent="-342900">
              <a:buFont typeface="+mj-lt"/>
              <a:buAutoNum type="arabicPeriod"/>
            </a:pPr>
            <a:r>
              <a:rPr lang="en-CA" dirty="0"/>
              <a:t>Can we represent it differently?</a:t>
            </a:r>
          </a:p>
          <a:p>
            <a:pPr marL="342900" indent="-342900">
              <a:buFont typeface="+mj-lt"/>
              <a:buAutoNum type="arabicPeriod"/>
            </a:pPr>
            <a:r>
              <a:rPr lang="en-CA" dirty="0"/>
              <a:t>Have we solved it before?</a:t>
            </a:r>
          </a:p>
        </p:txBody>
      </p:sp>
    </p:spTree>
    <p:extLst>
      <p:ext uri="{BB962C8B-B14F-4D97-AF65-F5344CB8AC3E}">
        <p14:creationId xmlns:p14="http://schemas.microsoft.com/office/powerpoint/2010/main" val="3047553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5CCB2-8C47-F76F-B46E-F9E3CDC3C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AA27C-A4D2-E1E3-168D-FEBFB903BCB9}"/>
              </a:ext>
            </a:extLst>
          </p:cNvPr>
          <p:cNvSpPr>
            <a:spLocks noGrp="1"/>
          </p:cNvSpPr>
          <p:nvPr>
            <p:ph type="title"/>
          </p:nvPr>
        </p:nvSpPr>
        <p:spPr/>
        <p:txBody>
          <a:bodyPr/>
          <a:lstStyle/>
          <a:p>
            <a:r>
              <a:rPr lang="en-CA" dirty="0"/>
              <a:t>Questions to Ask</a:t>
            </a:r>
          </a:p>
        </p:txBody>
      </p:sp>
      <p:sp>
        <p:nvSpPr>
          <p:cNvPr id="3" name="Content Placeholder 2">
            <a:extLst>
              <a:ext uri="{FF2B5EF4-FFF2-40B4-BE49-F238E27FC236}">
                <a16:creationId xmlns:a16="http://schemas.microsoft.com/office/drawing/2014/main" id="{F17F6D82-2182-ED76-025F-C80758FD45E7}"/>
              </a:ext>
            </a:extLst>
          </p:cNvPr>
          <p:cNvSpPr>
            <a:spLocks noGrp="1"/>
          </p:cNvSpPr>
          <p:nvPr>
            <p:ph idx="1"/>
          </p:nvPr>
        </p:nvSpPr>
        <p:spPr>
          <a:xfrm>
            <a:off x="2231136" y="2638044"/>
            <a:ext cx="7729728" cy="3807726"/>
          </a:xfrm>
        </p:spPr>
        <p:txBody>
          <a:bodyPr>
            <a:normAutofit lnSpcReduction="10000"/>
          </a:bodyPr>
          <a:lstStyle/>
          <a:p>
            <a:pPr marL="342900" indent="-342900">
              <a:buFont typeface="+mj-lt"/>
              <a:buAutoNum type="arabicPeriod"/>
            </a:pPr>
            <a:r>
              <a:rPr lang="en-CA" dirty="0"/>
              <a:t>What are we trying to achieve?  </a:t>
            </a:r>
          </a:p>
          <a:p>
            <a:pPr lvl="1"/>
            <a:r>
              <a:rPr lang="en-CA" dirty="0"/>
              <a:t>We are taking in numbers and printing the largest seen so far</a:t>
            </a:r>
          </a:p>
          <a:p>
            <a:pPr lvl="1"/>
            <a:r>
              <a:rPr lang="en-CA" dirty="0"/>
              <a:t>Do we need to track all of the numbers? </a:t>
            </a:r>
          </a:p>
          <a:p>
            <a:pPr marL="342900" indent="-342900">
              <a:buFont typeface="+mj-lt"/>
              <a:buAutoNum type="arabicPeriod"/>
            </a:pPr>
            <a:r>
              <a:rPr lang="en-CA" dirty="0"/>
              <a:t>What do we know?  </a:t>
            </a:r>
          </a:p>
          <a:p>
            <a:pPr lvl="1"/>
            <a:r>
              <a:rPr lang="en-CA" dirty="0"/>
              <a:t>That the user can stop after the first or the millionth (or higher)</a:t>
            </a:r>
          </a:p>
          <a:p>
            <a:pPr marL="342900" indent="-342900">
              <a:buFont typeface="+mj-lt"/>
              <a:buAutoNum type="arabicPeriod"/>
            </a:pPr>
            <a:r>
              <a:rPr lang="en-CA" dirty="0"/>
              <a:t>What information is missing?</a:t>
            </a:r>
          </a:p>
          <a:p>
            <a:pPr lvl="1"/>
            <a:r>
              <a:rPr lang="en-CA" dirty="0"/>
              <a:t>How do we stop it? What does forever really mean?</a:t>
            </a:r>
          </a:p>
          <a:p>
            <a:pPr lvl="1"/>
            <a:r>
              <a:rPr lang="en-CA" dirty="0"/>
              <a:t>We only have to report the highest!</a:t>
            </a:r>
          </a:p>
          <a:p>
            <a:pPr marL="342900" indent="-342900">
              <a:buFont typeface="+mj-lt"/>
              <a:buAutoNum type="arabicPeriod"/>
            </a:pPr>
            <a:r>
              <a:rPr lang="en-CA" dirty="0"/>
              <a:t>Can we break it down into smaller parts? </a:t>
            </a:r>
          </a:p>
          <a:p>
            <a:pPr lvl="1"/>
            <a:r>
              <a:rPr lang="en-CA" dirty="0"/>
              <a:t>In the slide above, I gave you an initial algorithm – what can you give a name the steps if they were on a computer?</a:t>
            </a:r>
          </a:p>
        </p:txBody>
      </p:sp>
    </p:spTree>
    <p:extLst>
      <p:ext uri="{BB962C8B-B14F-4D97-AF65-F5344CB8AC3E}">
        <p14:creationId xmlns:p14="http://schemas.microsoft.com/office/powerpoint/2010/main" val="2545299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E319A-C493-4577-E9AC-1E80E41A6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A5DBC-1F01-83EE-DF33-3B589B8B197B}"/>
              </a:ext>
            </a:extLst>
          </p:cNvPr>
          <p:cNvSpPr>
            <a:spLocks noGrp="1"/>
          </p:cNvSpPr>
          <p:nvPr>
            <p:ph type="title"/>
          </p:nvPr>
        </p:nvSpPr>
        <p:spPr/>
        <p:txBody>
          <a:bodyPr/>
          <a:lstStyle/>
          <a:p>
            <a:r>
              <a:rPr lang="en-US" dirty="0"/>
              <a:t>Computational Thinking: Algorithm</a:t>
            </a:r>
          </a:p>
        </p:txBody>
      </p:sp>
      <p:sp>
        <p:nvSpPr>
          <p:cNvPr id="3" name="Content Placeholder 2">
            <a:extLst>
              <a:ext uri="{FF2B5EF4-FFF2-40B4-BE49-F238E27FC236}">
                <a16:creationId xmlns:a16="http://schemas.microsoft.com/office/drawing/2014/main" id="{13E9CA22-A4C4-AA39-AB06-7B83073C62AE}"/>
              </a:ext>
            </a:extLst>
          </p:cNvPr>
          <p:cNvSpPr>
            <a:spLocks noGrp="1"/>
          </p:cNvSpPr>
          <p:nvPr>
            <p:ph idx="1"/>
          </p:nvPr>
        </p:nvSpPr>
        <p:spPr/>
        <p:txBody>
          <a:bodyPr>
            <a:normAutofit fontScale="92500" lnSpcReduction="20000"/>
          </a:bodyPr>
          <a:lstStyle/>
          <a:p>
            <a:r>
              <a:rPr lang="en-US" dirty="0"/>
              <a:t>Decomposing the algorithm</a:t>
            </a:r>
          </a:p>
          <a:p>
            <a:pPr marL="571500" lvl="1" indent="-342900">
              <a:buFont typeface="+mj-lt"/>
              <a:buAutoNum type="arabicPeriod"/>
            </a:pPr>
            <a:r>
              <a:rPr lang="en-US" dirty="0"/>
              <a:t>Sender create a set of 6 numbers.  </a:t>
            </a:r>
          </a:p>
          <a:p>
            <a:pPr lvl="2"/>
            <a:r>
              <a:rPr lang="en-US" dirty="0"/>
              <a:t>Create by Sender</a:t>
            </a:r>
          </a:p>
          <a:p>
            <a:pPr marL="571500" lvl="1" indent="-342900">
              <a:buFont typeface="+mj-lt"/>
              <a:buAutoNum type="arabicPeriod"/>
            </a:pPr>
            <a:r>
              <a:rPr lang="en-US" dirty="0"/>
              <a:t>One number at a time, Receiver asks “Can I have the next number?” </a:t>
            </a:r>
          </a:p>
          <a:p>
            <a:pPr lvl="2"/>
            <a:r>
              <a:rPr lang="en-US" dirty="0"/>
              <a:t>Output: (prompt) from Receiver to Sender</a:t>
            </a:r>
          </a:p>
          <a:p>
            <a:pPr marL="571500" lvl="1" indent="-342900">
              <a:buFont typeface="+mj-lt"/>
              <a:buAutoNum type="arabicPeriod"/>
            </a:pPr>
            <a:r>
              <a:rPr lang="en-US" dirty="0"/>
              <a:t>Sender says the next number </a:t>
            </a:r>
          </a:p>
          <a:p>
            <a:pPr lvl="2"/>
            <a:r>
              <a:rPr lang="en-US" dirty="0"/>
              <a:t>Input from Sender to Receiver.</a:t>
            </a:r>
          </a:p>
          <a:p>
            <a:pPr marL="571500" lvl="1" indent="-342900">
              <a:buFont typeface="+mj-lt"/>
              <a:buAutoNum type="arabicPeriod"/>
            </a:pPr>
            <a:r>
              <a:rPr lang="en-US" dirty="0"/>
              <a:t>Receiver records the number</a:t>
            </a:r>
          </a:p>
          <a:p>
            <a:pPr lvl="2"/>
            <a:r>
              <a:rPr lang="en-US" dirty="0"/>
              <a:t>Input by Receiver</a:t>
            </a:r>
          </a:p>
          <a:p>
            <a:pPr marL="571500" lvl="1" indent="-342900">
              <a:buFont typeface="+mj-lt"/>
              <a:buAutoNum type="arabicPeriod"/>
            </a:pPr>
            <a:r>
              <a:rPr lang="en-US" dirty="0"/>
              <a:t>Sender asks “What was the highest number I gave you?”</a:t>
            </a:r>
          </a:p>
          <a:p>
            <a:pPr lvl="2"/>
            <a:r>
              <a:rPr lang="en-US" dirty="0"/>
              <a:t>Output: Sender to Receiver</a:t>
            </a:r>
          </a:p>
          <a:p>
            <a:pPr marL="571500" lvl="1" indent="-342900">
              <a:buFont typeface="+mj-lt"/>
              <a:buAutoNum type="arabicPeriod"/>
            </a:pPr>
            <a:r>
              <a:rPr lang="en-US" dirty="0"/>
              <a:t>The Receiver reports what the highest number was.</a:t>
            </a:r>
          </a:p>
          <a:p>
            <a:pPr lvl="2"/>
            <a:r>
              <a:rPr lang="en-US" dirty="0"/>
              <a:t>Receiver compares new number to all other numbers</a:t>
            </a:r>
          </a:p>
          <a:p>
            <a:pPr lvl="2"/>
            <a:r>
              <a:rPr lang="en-US" dirty="0"/>
              <a:t>Output: Receiver to Sender</a:t>
            </a:r>
          </a:p>
          <a:p>
            <a:pPr marL="571500" lvl="1" indent="-342900">
              <a:buFont typeface="+mj-lt"/>
              <a:buAutoNum type="arabicPeriod"/>
            </a:pPr>
            <a:r>
              <a:rPr lang="en-US" dirty="0"/>
              <a:t>Repeat forever …</a:t>
            </a:r>
          </a:p>
          <a:p>
            <a:endParaRPr lang="en-US" dirty="0"/>
          </a:p>
        </p:txBody>
      </p:sp>
      <p:sp>
        <p:nvSpPr>
          <p:cNvPr id="4" name="Text Placeholder 3">
            <a:extLst>
              <a:ext uri="{FF2B5EF4-FFF2-40B4-BE49-F238E27FC236}">
                <a16:creationId xmlns:a16="http://schemas.microsoft.com/office/drawing/2014/main" id="{D6549FC6-B221-3DB7-021E-25966C9FB1EE}"/>
              </a:ext>
            </a:extLst>
          </p:cNvPr>
          <p:cNvSpPr>
            <a:spLocks noGrp="1"/>
          </p:cNvSpPr>
          <p:nvPr>
            <p:ph type="body" sz="half" idx="2"/>
          </p:nvPr>
        </p:nvSpPr>
        <p:spPr/>
        <p:txBody>
          <a:bodyPr/>
          <a:lstStyle/>
          <a:p>
            <a:endParaRPr lang="en-US" dirty="0"/>
          </a:p>
        </p:txBody>
      </p:sp>
    </p:spTree>
    <p:extLst>
      <p:ext uri="{BB962C8B-B14F-4D97-AF65-F5344CB8AC3E}">
        <p14:creationId xmlns:p14="http://schemas.microsoft.com/office/powerpoint/2010/main" val="2093993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02D0-25DE-FD10-9907-EE0538EBB4E1}"/>
              </a:ext>
            </a:extLst>
          </p:cNvPr>
          <p:cNvSpPr>
            <a:spLocks noGrp="1"/>
          </p:cNvSpPr>
          <p:nvPr>
            <p:ph type="title"/>
          </p:nvPr>
        </p:nvSpPr>
        <p:spPr/>
        <p:txBody>
          <a:bodyPr/>
          <a:lstStyle/>
          <a:p>
            <a:r>
              <a:rPr lang="en-US" dirty="0"/>
              <a:t>What are we really doing here?</a:t>
            </a:r>
          </a:p>
        </p:txBody>
      </p:sp>
      <p:sp>
        <p:nvSpPr>
          <p:cNvPr id="3" name="Content Placeholder 2">
            <a:extLst>
              <a:ext uri="{FF2B5EF4-FFF2-40B4-BE49-F238E27FC236}">
                <a16:creationId xmlns:a16="http://schemas.microsoft.com/office/drawing/2014/main" id="{0D40D8DC-821A-BAB6-7F5A-2CA51E2A2A70}"/>
              </a:ext>
            </a:extLst>
          </p:cNvPr>
          <p:cNvSpPr>
            <a:spLocks noGrp="1"/>
          </p:cNvSpPr>
          <p:nvPr>
            <p:ph idx="1"/>
          </p:nvPr>
        </p:nvSpPr>
        <p:spPr/>
        <p:txBody>
          <a:bodyPr/>
          <a:lstStyle/>
          <a:p>
            <a:r>
              <a:rPr lang="en-US" dirty="0"/>
              <a:t>How to build a program to read numbers from the user (forever) and after each number print out the largest number seen yet </a:t>
            </a:r>
          </a:p>
          <a:p>
            <a:pPr lvl="1"/>
            <a:r>
              <a:rPr lang="en-US" dirty="0"/>
              <a:t>We are not yet looking for python code – we are instead looking to use these skills</a:t>
            </a:r>
          </a:p>
        </p:txBody>
      </p:sp>
      <p:sp>
        <p:nvSpPr>
          <p:cNvPr id="4" name="TextBox 3">
            <a:extLst>
              <a:ext uri="{FF2B5EF4-FFF2-40B4-BE49-F238E27FC236}">
                <a16:creationId xmlns:a16="http://schemas.microsoft.com/office/drawing/2014/main" id="{2CBE22D6-E77B-8EFF-6DA4-2307CC1020C8}"/>
              </a:ext>
            </a:extLst>
          </p:cNvPr>
          <p:cNvSpPr txBox="1"/>
          <p:nvPr/>
        </p:nvSpPr>
        <p:spPr>
          <a:xfrm>
            <a:off x="1418253" y="4335257"/>
            <a:ext cx="1625766" cy="369332"/>
          </a:xfrm>
          <a:prstGeom prst="rect">
            <a:avLst/>
          </a:prstGeom>
          <a:noFill/>
          <a:ln>
            <a:solidFill>
              <a:srgbClr val="404040"/>
            </a:solidFill>
          </a:ln>
        </p:spPr>
        <p:txBody>
          <a:bodyPr wrap="none" rtlCol="0">
            <a:spAutoFit/>
          </a:bodyPr>
          <a:lstStyle/>
          <a:p>
            <a:r>
              <a:rPr lang="en-US" dirty="0"/>
              <a:t>Decomposition</a:t>
            </a:r>
          </a:p>
        </p:txBody>
      </p:sp>
      <p:sp>
        <p:nvSpPr>
          <p:cNvPr id="5" name="TextBox 4">
            <a:extLst>
              <a:ext uri="{FF2B5EF4-FFF2-40B4-BE49-F238E27FC236}">
                <a16:creationId xmlns:a16="http://schemas.microsoft.com/office/drawing/2014/main" id="{9AA973D1-A765-94EB-0203-260C0AFDB423}"/>
              </a:ext>
            </a:extLst>
          </p:cNvPr>
          <p:cNvSpPr txBox="1"/>
          <p:nvPr/>
        </p:nvSpPr>
        <p:spPr>
          <a:xfrm>
            <a:off x="3183801" y="4335257"/>
            <a:ext cx="1279517" cy="369332"/>
          </a:xfrm>
          <a:prstGeom prst="rect">
            <a:avLst/>
          </a:prstGeom>
          <a:noFill/>
          <a:ln>
            <a:solidFill>
              <a:srgbClr val="404040"/>
            </a:solidFill>
          </a:ln>
        </p:spPr>
        <p:txBody>
          <a:bodyPr wrap="none" rtlCol="0">
            <a:spAutoFit/>
          </a:bodyPr>
          <a:lstStyle/>
          <a:p>
            <a:r>
              <a:rPr lang="en-US" dirty="0"/>
              <a:t>Abstraction</a:t>
            </a:r>
          </a:p>
        </p:txBody>
      </p:sp>
      <p:sp>
        <p:nvSpPr>
          <p:cNvPr id="6" name="TextBox 5">
            <a:extLst>
              <a:ext uri="{FF2B5EF4-FFF2-40B4-BE49-F238E27FC236}">
                <a16:creationId xmlns:a16="http://schemas.microsoft.com/office/drawing/2014/main" id="{D5B7D425-81F3-99A4-C7DE-11803F7CE2D9}"/>
              </a:ext>
            </a:extLst>
          </p:cNvPr>
          <p:cNvSpPr txBox="1"/>
          <p:nvPr/>
        </p:nvSpPr>
        <p:spPr>
          <a:xfrm>
            <a:off x="4862202" y="4335257"/>
            <a:ext cx="2047355" cy="369332"/>
          </a:xfrm>
          <a:prstGeom prst="rect">
            <a:avLst/>
          </a:prstGeom>
          <a:noFill/>
          <a:ln>
            <a:solidFill>
              <a:srgbClr val="404040"/>
            </a:solidFill>
          </a:ln>
        </p:spPr>
        <p:txBody>
          <a:bodyPr wrap="none" rtlCol="0">
            <a:spAutoFit/>
          </a:bodyPr>
          <a:lstStyle/>
          <a:p>
            <a:r>
              <a:rPr lang="en-US" dirty="0"/>
              <a:t>Pattern Recognition</a:t>
            </a:r>
          </a:p>
        </p:txBody>
      </p:sp>
      <p:sp>
        <p:nvSpPr>
          <p:cNvPr id="8" name="TextBox 7">
            <a:extLst>
              <a:ext uri="{FF2B5EF4-FFF2-40B4-BE49-F238E27FC236}">
                <a16:creationId xmlns:a16="http://schemas.microsoft.com/office/drawing/2014/main" id="{7DDC8887-AB8F-62E0-5F3C-4828A7164247}"/>
              </a:ext>
            </a:extLst>
          </p:cNvPr>
          <p:cNvSpPr txBox="1"/>
          <p:nvPr/>
        </p:nvSpPr>
        <p:spPr>
          <a:xfrm>
            <a:off x="7308441" y="4335257"/>
            <a:ext cx="1825500" cy="369332"/>
          </a:xfrm>
          <a:prstGeom prst="rect">
            <a:avLst/>
          </a:prstGeom>
          <a:noFill/>
          <a:ln>
            <a:solidFill>
              <a:srgbClr val="404040"/>
            </a:solidFill>
          </a:ln>
        </p:spPr>
        <p:txBody>
          <a:bodyPr wrap="none" rtlCol="0">
            <a:spAutoFit/>
          </a:bodyPr>
          <a:lstStyle/>
          <a:p>
            <a:r>
              <a:rPr lang="en-US" dirty="0"/>
              <a:t>Algorithm Design</a:t>
            </a:r>
          </a:p>
        </p:txBody>
      </p:sp>
      <p:sp>
        <p:nvSpPr>
          <p:cNvPr id="9" name="TextBox 8">
            <a:extLst>
              <a:ext uri="{FF2B5EF4-FFF2-40B4-BE49-F238E27FC236}">
                <a16:creationId xmlns:a16="http://schemas.microsoft.com/office/drawing/2014/main" id="{9FF04D25-92A2-F25D-C93B-107A9B1F28EA}"/>
              </a:ext>
            </a:extLst>
          </p:cNvPr>
          <p:cNvSpPr txBox="1"/>
          <p:nvPr/>
        </p:nvSpPr>
        <p:spPr>
          <a:xfrm>
            <a:off x="9407667" y="4347264"/>
            <a:ext cx="1095749" cy="369332"/>
          </a:xfrm>
          <a:prstGeom prst="rect">
            <a:avLst/>
          </a:prstGeom>
          <a:noFill/>
          <a:ln>
            <a:solidFill>
              <a:srgbClr val="404040"/>
            </a:solidFill>
          </a:ln>
        </p:spPr>
        <p:txBody>
          <a:bodyPr wrap="none" rtlCol="0">
            <a:spAutoFit/>
          </a:bodyPr>
          <a:lstStyle/>
          <a:p>
            <a:r>
              <a:rPr lang="en-US" dirty="0"/>
              <a:t>Validation</a:t>
            </a:r>
          </a:p>
        </p:txBody>
      </p:sp>
    </p:spTree>
    <p:extLst>
      <p:ext uri="{BB962C8B-B14F-4D97-AF65-F5344CB8AC3E}">
        <p14:creationId xmlns:p14="http://schemas.microsoft.com/office/powerpoint/2010/main" val="2546131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2DF00-4F0D-C515-D3EE-437E6B893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25A6F-2E40-3782-7B95-F00850BFD131}"/>
              </a:ext>
            </a:extLst>
          </p:cNvPr>
          <p:cNvSpPr>
            <a:spLocks noGrp="1"/>
          </p:cNvSpPr>
          <p:nvPr>
            <p:ph type="title"/>
          </p:nvPr>
        </p:nvSpPr>
        <p:spPr>
          <a:xfrm>
            <a:off x="2231136" y="0"/>
            <a:ext cx="7729728" cy="1188720"/>
          </a:xfrm>
        </p:spPr>
        <p:txBody>
          <a:bodyPr/>
          <a:lstStyle/>
          <a:p>
            <a:r>
              <a:rPr lang="en-US" dirty="0"/>
              <a:t>Computational Thinking</a:t>
            </a:r>
            <a:br>
              <a:rPr lang="en-US" dirty="0"/>
            </a:br>
            <a:r>
              <a:rPr lang="en-US" dirty="0"/>
              <a:t>Group Exercise</a:t>
            </a:r>
          </a:p>
        </p:txBody>
      </p:sp>
      <p:sp>
        <p:nvSpPr>
          <p:cNvPr id="3" name="Content Placeholder 2">
            <a:extLst>
              <a:ext uri="{FF2B5EF4-FFF2-40B4-BE49-F238E27FC236}">
                <a16:creationId xmlns:a16="http://schemas.microsoft.com/office/drawing/2014/main" id="{D2419E3C-148B-F1E7-33DC-7497FE69C8E1}"/>
              </a:ext>
            </a:extLst>
          </p:cNvPr>
          <p:cNvSpPr>
            <a:spLocks noGrp="1"/>
          </p:cNvSpPr>
          <p:nvPr>
            <p:ph idx="1"/>
          </p:nvPr>
        </p:nvSpPr>
        <p:spPr>
          <a:xfrm>
            <a:off x="2161245" y="1269989"/>
            <a:ext cx="7729728" cy="1658741"/>
          </a:xfrm>
        </p:spPr>
        <p:txBody>
          <a:bodyPr/>
          <a:lstStyle/>
          <a:p>
            <a:r>
              <a:rPr lang="en-US" dirty="0"/>
              <a:t>How to build a program to read numbers from the user (forever) and after each number print out the largest number seen yet </a:t>
            </a:r>
          </a:p>
          <a:p>
            <a:pPr lvl="1"/>
            <a:r>
              <a:rPr lang="en-US" dirty="0"/>
              <a:t>We are not yet looking for python code </a:t>
            </a:r>
          </a:p>
        </p:txBody>
      </p:sp>
      <p:sp>
        <p:nvSpPr>
          <p:cNvPr id="4" name="TextBox 3">
            <a:extLst>
              <a:ext uri="{FF2B5EF4-FFF2-40B4-BE49-F238E27FC236}">
                <a16:creationId xmlns:a16="http://schemas.microsoft.com/office/drawing/2014/main" id="{79AF59F8-DD3D-EF7F-4140-58600A95F51B}"/>
              </a:ext>
            </a:extLst>
          </p:cNvPr>
          <p:cNvSpPr txBox="1"/>
          <p:nvPr/>
        </p:nvSpPr>
        <p:spPr>
          <a:xfrm>
            <a:off x="602401" y="2942551"/>
            <a:ext cx="1625766" cy="369332"/>
          </a:xfrm>
          <a:prstGeom prst="rect">
            <a:avLst/>
          </a:prstGeom>
          <a:noFill/>
          <a:ln>
            <a:solidFill>
              <a:srgbClr val="404040"/>
            </a:solidFill>
          </a:ln>
        </p:spPr>
        <p:txBody>
          <a:bodyPr wrap="none" rtlCol="0">
            <a:spAutoFit/>
          </a:bodyPr>
          <a:lstStyle/>
          <a:p>
            <a:r>
              <a:rPr lang="en-US" dirty="0"/>
              <a:t>Decomposition</a:t>
            </a:r>
          </a:p>
        </p:txBody>
      </p:sp>
      <p:sp>
        <p:nvSpPr>
          <p:cNvPr id="5" name="TextBox 4">
            <a:extLst>
              <a:ext uri="{FF2B5EF4-FFF2-40B4-BE49-F238E27FC236}">
                <a16:creationId xmlns:a16="http://schemas.microsoft.com/office/drawing/2014/main" id="{48CFF46B-76FD-9D6B-9FE0-0FEF40672633}"/>
              </a:ext>
            </a:extLst>
          </p:cNvPr>
          <p:cNvSpPr txBox="1"/>
          <p:nvPr/>
        </p:nvSpPr>
        <p:spPr>
          <a:xfrm>
            <a:off x="2651118" y="2942551"/>
            <a:ext cx="1279517" cy="369332"/>
          </a:xfrm>
          <a:prstGeom prst="rect">
            <a:avLst/>
          </a:prstGeom>
          <a:noFill/>
          <a:ln>
            <a:solidFill>
              <a:srgbClr val="404040"/>
            </a:solidFill>
          </a:ln>
        </p:spPr>
        <p:txBody>
          <a:bodyPr wrap="none" rtlCol="0">
            <a:spAutoFit/>
          </a:bodyPr>
          <a:lstStyle/>
          <a:p>
            <a:r>
              <a:rPr lang="en-US" dirty="0"/>
              <a:t>Abstraction</a:t>
            </a:r>
          </a:p>
        </p:txBody>
      </p:sp>
      <p:sp>
        <p:nvSpPr>
          <p:cNvPr id="6" name="TextBox 5">
            <a:extLst>
              <a:ext uri="{FF2B5EF4-FFF2-40B4-BE49-F238E27FC236}">
                <a16:creationId xmlns:a16="http://schemas.microsoft.com/office/drawing/2014/main" id="{432FD1FB-35CB-61B9-9607-502D6F6C8D53}"/>
              </a:ext>
            </a:extLst>
          </p:cNvPr>
          <p:cNvSpPr txBox="1"/>
          <p:nvPr/>
        </p:nvSpPr>
        <p:spPr>
          <a:xfrm>
            <a:off x="4953288" y="2942551"/>
            <a:ext cx="2047355" cy="369332"/>
          </a:xfrm>
          <a:prstGeom prst="rect">
            <a:avLst/>
          </a:prstGeom>
          <a:noFill/>
          <a:ln>
            <a:solidFill>
              <a:srgbClr val="404040"/>
            </a:solidFill>
          </a:ln>
        </p:spPr>
        <p:txBody>
          <a:bodyPr wrap="none" rtlCol="0">
            <a:spAutoFit/>
          </a:bodyPr>
          <a:lstStyle/>
          <a:p>
            <a:r>
              <a:rPr lang="en-US" dirty="0"/>
              <a:t>Pattern Recognition</a:t>
            </a:r>
          </a:p>
        </p:txBody>
      </p:sp>
      <p:sp>
        <p:nvSpPr>
          <p:cNvPr id="8" name="TextBox 7">
            <a:extLst>
              <a:ext uri="{FF2B5EF4-FFF2-40B4-BE49-F238E27FC236}">
                <a16:creationId xmlns:a16="http://schemas.microsoft.com/office/drawing/2014/main" id="{CFEDFAEF-E134-159B-66BB-5590D324988D}"/>
              </a:ext>
            </a:extLst>
          </p:cNvPr>
          <p:cNvSpPr txBox="1"/>
          <p:nvPr/>
        </p:nvSpPr>
        <p:spPr>
          <a:xfrm>
            <a:off x="7810860" y="2942551"/>
            <a:ext cx="1825500" cy="369332"/>
          </a:xfrm>
          <a:prstGeom prst="rect">
            <a:avLst/>
          </a:prstGeom>
          <a:noFill/>
          <a:ln>
            <a:solidFill>
              <a:srgbClr val="404040"/>
            </a:solidFill>
          </a:ln>
        </p:spPr>
        <p:txBody>
          <a:bodyPr wrap="none" rtlCol="0">
            <a:spAutoFit/>
          </a:bodyPr>
          <a:lstStyle/>
          <a:p>
            <a:r>
              <a:rPr lang="en-US" dirty="0"/>
              <a:t>Algorithm Design</a:t>
            </a:r>
          </a:p>
        </p:txBody>
      </p:sp>
      <p:sp>
        <p:nvSpPr>
          <p:cNvPr id="9" name="TextBox 8">
            <a:extLst>
              <a:ext uri="{FF2B5EF4-FFF2-40B4-BE49-F238E27FC236}">
                <a16:creationId xmlns:a16="http://schemas.microsoft.com/office/drawing/2014/main" id="{55FF1D0A-A65C-6958-74BA-376B5A0DFF42}"/>
              </a:ext>
            </a:extLst>
          </p:cNvPr>
          <p:cNvSpPr txBox="1"/>
          <p:nvPr/>
        </p:nvSpPr>
        <p:spPr>
          <a:xfrm>
            <a:off x="10493850" y="2942551"/>
            <a:ext cx="1095749" cy="369332"/>
          </a:xfrm>
          <a:prstGeom prst="rect">
            <a:avLst/>
          </a:prstGeom>
          <a:noFill/>
          <a:ln>
            <a:solidFill>
              <a:srgbClr val="404040"/>
            </a:solidFill>
          </a:ln>
        </p:spPr>
        <p:txBody>
          <a:bodyPr wrap="none" rtlCol="0">
            <a:spAutoFit/>
          </a:bodyPr>
          <a:lstStyle/>
          <a:p>
            <a:r>
              <a:rPr lang="en-US" dirty="0"/>
              <a:t>Validation</a:t>
            </a:r>
          </a:p>
        </p:txBody>
      </p:sp>
      <p:cxnSp>
        <p:nvCxnSpPr>
          <p:cNvPr id="10" name="Straight Arrow Connector 9">
            <a:extLst>
              <a:ext uri="{FF2B5EF4-FFF2-40B4-BE49-F238E27FC236}">
                <a16:creationId xmlns:a16="http://schemas.microsoft.com/office/drawing/2014/main" id="{3ED69FBA-3C12-95F0-8CE9-5F5BB1543915}"/>
              </a:ext>
            </a:extLst>
          </p:cNvPr>
          <p:cNvCxnSpPr>
            <a:cxnSpLocks/>
          </p:cNvCxnSpPr>
          <p:nvPr/>
        </p:nvCxnSpPr>
        <p:spPr>
          <a:xfrm flipV="1">
            <a:off x="1415284" y="3422507"/>
            <a:ext cx="0" cy="728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E80453E-D9B1-1200-729B-476D9E4EBCE4}"/>
              </a:ext>
            </a:extLst>
          </p:cNvPr>
          <p:cNvSpPr txBox="1"/>
          <p:nvPr/>
        </p:nvSpPr>
        <p:spPr>
          <a:xfrm>
            <a:off x="344980" y="4128113"/>
            <a:ext cx="2256048" cy="2308324"/>
          </a:xfrm>
          <a:prstGeom prst="rect">
            <a:avLst/>
          </a:prstGeom>
          <a:noFill/>
        </p:spPr>
        <p:txBody>
          <a:bodyPr wrap="square" rtlCol="0">
            <a:spAutoFit/>
          </a:bodyPr>
          <a:lstStyle/>
          <a:p>
            <a:r>
              <a:rPr lang="en-US" dirty="0"/>
              <a:t>What are the essential tasks?</a:t>
            </a:r>
          </a:p>
          <a:p>
            <a:pPr marL="285750" indent="-285750">
              <a:buFontTx/>
              <a:buChar char="-"/>
            </a:pPr>
            <a:r>
              <a:rPr lang="en-US" dirty="0"/>
              <a:t>Get input</a:t>
            </a:r>
          </a:p>
          <a:p>
            <a:pPr marL="285750" indent="-285750">
              <a:buFontTx/>
              <a:buChar char="-"/>
            </a:pPr>
            <a:r>
              <a:rPr lang="en-US" dirty="0"/>
              <a:t>Convert input to int</a:t>
            </a:r>
          </a:p>
          <a:p>
            <a:pPr marL="285750" indent="-285750">
              <a:buFontTx/>
              <a:buChar char="-"/>
            </a:pPr>
            <a:r>
              <a:rPr lang="en-US" dirty="0"/>
              <a:t>Keep track of largest</a:t>
            </a:r>
          </a:p>
          <a:p>
            <a:pPr marL="285750" indent="-285750">
              <a:buFontTx/>
              <a:buChar char="-"/>
            </a:pPr>
            <a:r>
              <a:rPr lang="en-US" dirty="0"/>
              <a:t>Printing</a:t>
            </a:r>
          </a:p>
        </p:txBody>
      </p:sp>
      <p:sp>
        <p:nvSpPr>
          <p:cNvPr id="13" name="TextBox 12">
            <a:extLst>
              <a:ext uri="{FF2B5EF4-FFF2-40B4-BE49-F238E27FC236}">
                <a16:creationId xmlns:a16="http://schemas.microsoft.com/office/drawing/2014/main" id="{0283BB37-A9F5-C8A4-1153-ACFECE596211}"/>
              </a:ext>
            </a:extLst>
          </p:cNvPr>
          <p:cNvSpPr txBox="1"/>
          <p:nvPr/>
        </p:nvSpPr>
        <p:spPr>
          <a:xfrm>
            <a:off x="2640837" y="4128113"/>
            <a:ext cx="2047356" cy="1200329"/>
          </a:xfrm>
          <a:prstGeom prst="rect">
            <a:avLst/>
          </a:prstGeom>
          <a:noFill/>
        </p:spPr>
        <p:txBody>
          <a:bodyPr wrap="square" rtlCol="0">
            <a:spAutoFit/>
          </a:bodyPr>
          <a:lstStyle/>
          <a:p>
            <a:r>
              <a:rPr lang="en-US" dirty="0"/>
              <a:t>Require a variable to store the largest</a:t>
            </a:r>
          </a:p>
          <a:p>
            <a:r>
              <a:rPr lang="en-US" dirty="0"/>
              <a:t>and the most recent (current)</a:t>
            </a:r>
          </a:p>
        </p:txBody>
      </p:sp>
      <p:cxnSp>
        <p:nvCxnSpPr>
          <p:cNvPr id="14" name="Straight Arrow Connector 13">
            <a:extLst>
              <a:ext uri="{FF2B5EF4-FFF2-40B4-BE49-F238E27FC236}">
                <a16:creationId xmlns:a16="http://schemas.microsoft.com/office/drawing/2014/main" id="{8CBD28F7-7008-FA14-0F7B-FCECFE15D537}"/>
              </a:ext>
            </a:extLst>
          </p:cNvPr>
          <p:cNvCxnSpPr>
            <a:cxnSpLocks/>
          </p:cNvCxnSpPr>
          <p:nvPr/>
        </p:nvCxnSpPr>
        <p:spPr>
          <a:xfrm flipV="1">
            <a:off x="3316238" y="3422507"/>
            <a:ext cx="0" cy="728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60872F6-296F-B3D3-613E-859DA6150224}"/>
              </a:ext>
            </a:extLst>
          </p:cNvPr>
          <p:cNvCxnSpPr>
            <a:cxnSpLocks/>
          </p:cNvCxnSpPr>
          <p:nvPr/>
        </p:nvCxnSpPr>
        <p:spPr>
          <a:xfrm flipV="1">
            <a:off x="5976965" y="3422507"/>
            <a:ext cx="0" cy="728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B84BE62-F091-0A4D-984B-557EE2BEDEC6}"/>
              </a:ext>
            </a:extLst>
          </p:cNvPr>
          <p:cNvSpPr txBox="1"/>
          <p:nvPr/>
        </p:nvSpPr>
        <p:spPr>
          <a:xfrm>
            <a:off x="4932581" y="4128113"/>
            <a:ext cx="3020169" cy="1200329"/>
          </a:xfrm>
          <a:prstGeom prst="rect">
            <a:avLst/>
          </a:prstGeom>
          <a:noFill/>
        </p:spPr>
        <p:txBody>
          <a:bodyPr wrap="square" rtlCol="0">
            <a:spAutoFit/>
          </a:bodyPr>
          <a:lstStyle/>
          <a:p>
            <a:r>
              <a:rPr lang="en-US" dirty="0"/>
              <a:t>A loop that runs forever</a:t>
            </a:r>
          </a:p>
          <a:p>
            <a:r>
              <a:rPr lang="en-US" dirty="0"/>
              <a:t>	each time ask for input</a:t>
            </a:r>
          </a:p>
          <a:p>
            <a:r>
              <a:rPr lang="en-US" dirty="0"/>
              <a:t>	potentially update the 	largest seen</a:t>
            </a:r>
          </a:p>
        </p:txBody>
      </p:sp>
      <p:cxnSp>
        <p:nvCxnSpPr>
          <p:cNvPr id="18" name="Straight Arrow Connector 17">
            <a:extLst>
              <a:ext uri="{FF2B5EF4-FFF2-40B4-BE49-F238E27FC236}">
                <a16:creationId xmlns:a16="http://schemas.microsoft.com/office/drawing/2014/main" id="{02B6A296-E0A9-FCD9-814D-3105F42B8807}"/>
              </a:ext>
            </a:extLst>
          </p:cNvPr>
          <p:cNvCxnSpPr>
            <a:cxnSpLocks/>
          </p:cNvCxnSpPr>
          <p:nvPr/>
        </p:nvCxnSpPr>
        <p:spPr>
          <a:xfrm flipV="1">
            <a:off x="11046979" y="3604724"/>
            <a:ext cx="0" cy="3644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4C8CBD4-5804-F6B0-D139-7D2F5AAAF571}"/>
              </a:ext>
            </a:extLst>
          </p:cNvPr>
          <p:cNvSpPr txBox="1"/>
          <p:nvPr/>
        </p:nvSpPr>
        <p:spPr>
          <a:xfrm>
            <a:off x="10296940" y="4128113"/>
            <a:ext cx="1895060" cy="923330"/>
          </a:xfrm>
          <a:prstGeom prst="rect">
            <a:avLst/>
          </a:prstGeom>
          <a:noFill/>
        </p:spPr>
        <p:txBody>
          <a:bodyPr wrap="square" rtlCol="0">
            <a:spAutoFit/>
          </a:bodyPr>
          <a:lstStyle/>
          <a:p>
            <a:r>
              <a:rPr lang="en-US" dirty="0"/>
              <a:t>simple cases</a:t>
            </a:r>
          </a:p>
          <a:p>
            <a:r>
              <a:rPr lang="en-US" dirty="0"/>
              <a:t>negative numbers</a:t>
            </a:r>
          </a:p>
          <a:p>
            <a:r>
              <a:rPr lang="en-US" dirty="0"/>
              <a:t>Invalid inputs?</a:t>
            </a:r>
          </a:p>
        </p:txBody>
      </p:sp>
      <p:cxnSp>
        <p:nvCxnSpPr>
          <p:cNvPr id="20" name="Straight Arrow Connector 19">
            <a:extLst>
              <a:ext uri="{FF2B5EF4-FFF2-40B4-BE49-F238E27FC236}">
                <a16:creationId xmlns:a16="http://schemas.microsoft.com/office/drawing/2014/main" id="{697C6CFC-B6B4-3D06-1ED3-9520304F459D}"/>
              </a:ext>
            </a:extLst>
          </p:cNvPr>
          <p:cNvCxnSpPr>
            <a:cxnSpLocks/>
          </p:cNvCxnSpPr>
          <p:nvPr/>
        </p:nvCxnSpPr>
        <p:spPr>
          <a:xfrm flipV="1">
            <a:off x="8873473" y="3508837"/>
            <a:ext cx="0" cy="556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646B959-81A9-01CD-70A7-293B6817269E}"/>
              </a:ext>
            </a:extLst>
          </p:cNvPr>
          <p:cNvSpPr txBox="1"/>
          <p:nvPr/>
        </p:nvSpPr>
        <p:spPr>
          <a:xfrm>
            <a:off x="7952756" y="4128113"/>
            <a:ext cx="2475358" cy="1477328"/>
          </a:xfrm>
          <a:prstGeom prst="rect">
            <a:avLst/>
          </a:prstGeom>
          <a:noFill/>
        </p:spPr>
        <p:txBody>
          <a:bodyPr wrap="none" rtlCol="0">
            <a:spAutoFit/>
          </a:bodyPr>
          <a:lstStyle/>
          <a:p>
            <a:r>
              <a:rPr lang="en-US" dirty="0"/>
              <a:t>Initialize a variable</a:t>
            </a:r>
          </a:p>
          <a:p>
            <a:r>
              <a:rPr lang="en-US" dirty="0"/>
              <a:t>Loop forever</a:t>
            </a:r>
          </a:p>
          <a:p>
            <a:pPr lvl="1"/>
            <a:r>
              <a:rPr lang="en-US" dirty="0"/>
              <a:t>Ask for input</a:t>
            </a:r>
          </a:p>
          <a:p>
            <a:pPr lvl="1"/>
            <a:r>
              <a:rPr lang="en-US" dirty="0"/>
              <a:t>Update the variable</a:t>
            </a:r>
          </a:p>
          <a:p>
            <a:pPr lvl="1"/>
            <a:r>
              <a:rPr lang="en-US" dirty="0"/>
              <a:t>Print the variable</a:t>
            </a:r>
          </a:p>
        </p:txBody>
      </p:sp>
    </p:spTree>
    <p:extLst>
      <p:ext uri="{BB962C8B-B14F-4D97-AF65-F5344CB8AC3E}">
        <p14:creationId xmlns:p14="http://schemas.microsoft.com/office/powerpoint/2010/main" val="141672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B7006-A404-CE11-68FF-510365F32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C2F37-BD69-DB33-7B7F-3337F6AE55A5}"/>
              </a:ext>
            </a:extLst>
          </p:cNvPr>
          <p:cNvSpPr>
            <a:spLocks noGrp="1"/>
          </p:cNvSpPr>
          <p:nvPr>
            <p:ph type="title"/>
          </p:nvPr>
        </p:nvSpPr>
        <p:spPr/>
        <p:txBody>
          <a:bodyPr/>
          <a:lstStyle/>
          <a:p>
            <a:r>
              <a:rPr lang="en-US" dirty="0"/>
              <a:t>Computational Thinking: Algorithm Refinement</a:t>
            </a:r>
          </a:p>
        </p:txBody>
      </p:sp>
      <p:sp>
        <p:nvSpPr>
          <p:cNvPr id="3" name="Content Placeholder 2">
            <a:extLst>
              <a:ext uri="{FF2B5EF4-FFF2-40B4-BE49-F238E27FC236}">
                <a16:creationId xmlns:a16="http://schemas.microsoft.com/office/drawing/2014/main" id="{868EC817-85B5-7D26-05B2-B41AA10C0B81}"/>
              </a:ext>
            </a:extLst>
          </p:cNvPr>
          <p:cNvSpPr>
            <a:spLocks noGrp="1"/>
          </p:cNvSpPr>
          <p:nvPr>
            <p:ph sz="half" idx="1"/>
          </p:nvPr>
        </p:nvSpPr>
        <p:spPr>
          <a:xfrm>
            <a:off x="1267118" y="2323250"/>
            <a:ext cx="4828882" cy="4242442"/>
          </a:xfrm>
        </p:spPr>
        <p:txBody>
          <a:bodyPr>
            <a:normAutofit fontScale="77500" lnSpcReduction="20000"/>
          </a:bodyPr>
          <a:lstStyle/>
          <a:p>
            <a:r>
              <a:rPr lang="en-US" dirty="0"/>
              <a:t>Decomposing the algorithm</a:t>
            </a:r>
          </a:p>
          <a:p>
            <a:pPr marL="571500" lvl="1" indent="-342900">
              <a:buFont typeface="+mj-lt"/>
              <a:buAutoNum type="arabicPeriod"/>
            </a:pPr>
            <a:r>
              <a:rPr lang="en-US" dirty="0"/>
              <a:t>Sender create a set of 6 numbers.  </a:t>
            </a:r>
          </a:p>
          <a:p>
            <a:pPr lvl="2"/>
            <a:r>
              <a:rPr lang="en-US" dirty="0"/>
              <a:t>Create by Sender</a:t>
            </a:r>
          </a:p>
          <a:p>
            <a:pPr marL="571500" lvl="1" indent="-342900">
              <a:buFont typeface="+mj-lt"/>
              <a:buAutoNum type="arabicPeriod"/>
            </a:pPr>
            <a:r>
              <a:rPr lang="en-US" dirty="0"/>
              <a:t>One number at a time, Receiver asks “Can I have the next number?” </a:t>
            </a:r>
          </a:p>
          <a:p>
            <a:pPr lvl="2"/>
            <a:r>
              <a:rPr lang="en-US" dirty="0"/>
              <a:t>Output: (prompt) from Receiver to Sender</a:t>
            </a:r>
          </a:p>
          <a:p>
            <a:pPr marL="571500" lvl="1" indent="-342900">
              <a:buFont typeface="+mj-lt"/>
              <a:buAutoNum type="arabicPeriod"/>
            </a:pPr>
            <a:r>
              <a:rPr lang="en-US" dirty="0"/>
              <a:t>Sender says the next number </a:t>
            </a:r>
          </a:p>
          <a:p>
            <a:pPr lvl="2"/>
            <a:r>
              <a:rPr lang="en-US" dirty="0"/>
              <a:t>Input from Sender to Receiver.</a:t>
            </a:r>
          </a:p>
          <a:p>
            <a:pPr marL="571500" lvl="1" indent="-342900">
              <a:buFont typeface="+mj-lt"/>
              <a:buAutoNum type="arabicPeriod"/>
            </a:pPr>
            <a:r>
              <a:rPr lang="en-US" dirty="0"/>
              <a:t>Receiver records the number</a:t>
            </a:r>
          </a:p>
          <a:p>
            <a:pPr lvl="2"/>
            <a:r>
              <a:rPr lang="en-US" dirty="0"/>
              <a:t>Input by Receiver</a:t>
            </a:r>
          </a:p>
          <a:p>
            <a:pPr marL="571500" lvl="1" indent="-342900">
              <a:buFont typeface="+mj-lt"/>
              <a:buAutoNum type="arabicPeriod"/>
            </a:pPr>
            <a:r>
              <a:rPr lang="en-US" dirty="0"/>
              <a:t>Sender asks “What was the highest number I gave you?”</a:t>
            </a:r>
          </a:p>
          <a:p>
            <a:pPr lvl="2"/>
            <a:r>
              <a:rPr lang="en-US" dirty="0"/>
              <a:t>Output: Sender to Receiver</a:t>
            </a:r>
          </a:p>
          <a:p>
            <a:pPr marL="571500" lvl="1" indent="-342900">
              <a:buFont typeface="+mj-lt"/>
              <a:buAutoNum type="arabicPeriod"/>
            </a:pPr>
            <a:r>
              <a:rPr lang="en-US" dirty="0"/>
              <a:t>The Receiver reports what the highest number was.</a:t>
            </a:r>
          </a:p>
          <a:p>
            <a:pPr lvl="2"/>
            <a:r>
              <a:rPr lang="en-US" dirty="0"/>
              <a:t>Receiver compares new number to all other numbers</a:t>
            </a:r>
          </a:p>
          <a:p>
            <a:pPr lvl="2"/>
            <a:r>
              <a:rPr lang="en-US" dirty="0"/>
              <a:t>Output: Receiver to Sender</a:t>
            </a:r>
          </a:p>
          <a:p>
            <a:pPr marL="571500" lvl="1" indent="-342900">
              <a:buFont typeface="+mj-lt"/>
              <a:buAutoNum type="arabicPeriod"/>
            </a:pPr>
            <a:r>
              <a:rPr lang="en-US" dirty="0"/>
              <a:t>Repeat forever …</a:t>
            </a:r>
          </a:p>
        </p:txBody>
      </p:sp>
      <p:sp>
        <p:nvSpPr>
          <p:cNvPr id="4" name="Content Placeholder 3">
            <a:extLst>
              <a:ext uri="{FF2B5EF4-FFF2-40B4-BE49-F238E27FC236}">
                <a16:creationId xmlns:a16="http://schemas.microsoft.com/office/drawing/2014/main" id="{15D187BE-093B-09C7-E2AF-AA197C0B3C8C}"/>
              </a:ext>
            </a:extLst>
          </p:cNvPr>
          <p:cNvSpPr>
            <a:spLocks noGrp="1"/>
          </p:cNvSpPr>
          <p:nvPr>
            <p:ph sz="half" idx="2"/>
          </p:nvPr>
        </p:nvSpPr>
        <p:spPr>
          <a:xfrm>
            <a:off x="6338315" y="2323250"/>
            <a:ext cx="4270247" cy="4032580"/>
          </a:xfrm>
        </p:spPr>
        <p:txBody>
          <a:bodyPr>
            <a:noAutofit/>
          </a:bodyPr>
          <a:lstStyle/>
          <a:p>
            <a:r>
              <a:rPr lang="en-CA" sz="1400" dirty="0"/>
              <a:t>Now the next questions …</a:t>
            </a:r>
          </a:p>
          <a:p>
            <a:r>
              <a:rPr lang="en-CA" sz="1400" dirty="0"/>
              <a:t>What are the patterns?</a:t>
            </a:r>
          </a:p>
          <a:p>
            <a:pPr lvl="2"/>
            <a:r>
              <a:rPr lang="en-CA" sz="1200" dirty="0"/>
              <a:t>Questions are output asking for input</a:t>
            </a:r>
          </a:p>
          <a:p>
            <a:pPr lvl="2"/>
            <a:r>
              <a:rPr lang="en-CA" sz="1200" dirty="0"/>
              <a:t>Statements are the input themselves</a:t>
            </a:r>
          </a:p>
          <a:p>
            <a:pPr lvl="1"/>
            <a:r>
              <a:rPr lang="en-CA" sz="1200" dirty="0"/>
              <a:t>There is a second pattern:</a:t>
            </a:r>
          </a:p>
          <a:p>
            <a:pPr lvl="2"/>
            <a:r>
              <a:rPr lang="en-CA" sz="1200" dirty="0"/>
              <a:t>We are constantly comparing different numbers - do we need to do that?</a:t>
            </a:r>
          </a:p>
          <a:p>
            <a:r>
              <a:rPr lang="en-CA" sz="1400" dirty="0"/>
              <a:t>Can we represent it differently?</a:t>
            </a:r>
          </a:p>
          <a:p>
            <a:pPr lvl="1"/>
            <a:r>
              <a:rPr lang="en-CA" sz="1200" dirty="0"/>
              <a:t>The answer to the above question actually informs this – how do we avoid comparing different numbers?</a:t>
            </a:r>
          </a:p>
          <a:p>
            <a:r>
              <a:rPr lang="en-CA" sz="1400" dirty="0"/>
              <a:t>Have we solved it before?</a:t>
            </a:r>
          </a:p>
          <a:p>
            <a:pPr lvl="1"/>
            <a:r>
              <a:rPr lang="en-CA" sz="1200" dirty="0"/>
              <a:t>Have you seen anything that lets you compare maximum values?</a:t>
            </a:r>
          </a:p>
        </p:txBody>
      </p:sp>
    </p:spTree>
    <p:extLst>
      <p:ext uri="{BB962C8B-B14F-4D97-AF65-F5344CB8AC3E}">
        <p14:creationId xmlns:p14="http://schemas.microsoft.com/office/powerpoint/2010/main" val="1263968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1A7E6-8A89-3F93-2329-81491CA7E8A4}"/>
              </a:ext>
            </a:extLst>
          </p:cNvPr>
          <p:cNvSpPr>
            <a:spLocks noGrp="1"/>
          </p:cNvSpPr>
          <p:nvPr>
            <p:ph type="title"/>
          </p:nvPr>
        </p:nvSpPr>
        <p:spPr/>
        <p:txBody>
          <a:bodyPr/>
          <a:lstStyle/>
          <a:p>
            <a:r>
              <a:rPr lang="en-US" dirty="0"/>
              <a:t>Keeping track of the largest?</a:t>
            </a:r>
          </a:p>
        </p:txBody>
      </p:sp>
      <p:sp>
        <p:nvSpPr>
          <p:cNvPr id="3" name="Content Placeholder 2">
            <a:extLst>
              <a:ext uri="{FF2B5EF4-FFF2-40B4-BE49-F238E27FC236}">
                <a16:creationId xmlns:a16="http://schemas.microsoft.com/office/drawing/2014/main" id="{23F4686C-14F8-DE2A-3496-2FD73C9933C1}"/>
              </a:ext>
            </a:extLst>
          </p:cNvPr>
          <p:cNvSpPr>
            <a:spLocks noGrp="1"/>
          </p:cNvSpPr>
          <p:nvPr>
            <p:ph idx="1"/>
          </p:nvPr>
        </p:nvSpPr>
        <p:spPr>
          <a:xfrm>
            <a:off x="1481960" y="2638043"/>
            <a:ext cx="4986574" cy="3810041"/>
          </a:xfrm>
        </p:spPr>
        <p:txBody>
          <a:bodyPr>
            <a:normAutofit/>
          </a:bodyPr>
          <a:lstStyle/>
          <a:p>
            <a:r>
              <a:rPr lang="en-US" sz="2400" dirty="0"/>
              <a:t>2 Variables</a:t>
            </a:r>
          </a:p>
          <a:p>
            <a:pPr lvl="1"/>
            <a:r>
              <a:rPr lang="en-US" sz="2000" dirty="0"/>
              <a:t>Most recently entered value</a:t>
            </a:r>
          </a:p>
          <a:p>
            <a:pPr lvl="1"/>
            <a:r>
              <a:rPr lang="en-US" sz="2000" dirty="0"/>
              <a:t>Max ever seen (so far)</a:t>
            </a:r>
          </a:p>
          <a:p>
            <a:pPr lvl="1"/>
            <a:endParaRPr lang="en-US" sz="2000" dirty="0"/>
          </a:p>
          <a:p>
            <a:r>
              <a:rPr lang="en-US" sz="2400" dirty="0"/>
              <a:t>How to update </a:t>
            </a:r>
            <a:r>
              <a:rPr lang="en-US" sz="2400" dirty="0" err="1">
                <a:latin typeface="Courier New" panose="02070309020205020404" pitchFamily="49" charset="0"/>
                <a:cs typeface="Courier New" panose="02070309020205020404" pitchFamily="49" charset="0"/>
              </a:rPr>
              <a:t>highest_value</a:t>
            </a:r>
            <a:r>
              <a:rPr lang="en-US" sz="2400" dirty="0"/>
              <a:t> so it contains the maximum between itself and </a:t>
            </a:r>
            <a:r>
              <a:rPr lang="en-US" sz="2400" dirty="0" err="1">
                <a:latin typeface="Courier New" panose="02070309020205020404" pitchFamily="49" charset="0"/>
                <a:cs typeface="Courier New" panose="02070309020205020404" pitchFamily="49" charset="0"/>
              </a:rPr>
              <a:t>latest_value</a:t>
            </a:r>
            <a:r>
              <a:rPr lang="en-US" sz="2400" dirty="0"/>
              <a:t>? </a:t>
            </a:r>
          </a:p>
          <a:p>
            <a:pPr lvl="1"/>
            <a:r>
              <a:rPr lang="en-US" sz="2000" dirty="0"/>
              <a:t>Can you come up with a single expression?</a:t>
            </a:r>
          </a:p>
        </p:txBody>
      </p:sp>
      <p:cxnSp>
        <p:nvCxnSpPr>
          <p:cNvPr id="5" name="Straight Arrow Connector 4">
            <a:extLst>
              <a:ext uri="{FF2B5EF4-FFF2-40B4-BE49-F238E27FC236}">
                <a16:creationId xmlns:a16="http://schemas.microsoft.com/office/drawing/2014/main" id="{0EC13761-91C0-FA85-D9C1-66CFE38B689E}"/>
              </a:ext>
            </a:extLst>
          </p:cNvPr>
          <p:cNvCxnSpPr>
            <a:cxnSpLocks/>
          </p:cNvCxnSpPr>
          <p:nvPr/>
        </p:nvCxnSpPr>
        <p:spPr>
          <a:xfrm flipH="1">
            <a:off x="5475111" y="3262489"/>
            <a:ext cx="19078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C3583F4-7C9F-B8BC-CD51-46E4E694E1A2}"/>
              </a:ext>
            </a:extLst>
          </p:cNvPr>
          <p:cNvSpPr txBox="1"/>
          <p:nvPr/>
        </p:nvSpPr>
        <p:spPr>
          <a:xfrm>
            <a:off x="7913511" y="2980267"/>
            <a:ext cx="1976823" cy="923330"/>
          </a:xfrm>
          <a:prstGeom prst="rect">
            <a:avLst/>
          </a:prstGeom>
          <a:noFill/>
        </p:spPr>
        <p:txBody>
          <a:bodyPr wrap="none" rtlCol="0">
            <a:spAutoFit/>
          </a:bodyPr>
          <a:lstStyle/>
          <a:p>
            <a:r>
              <a:rPr lang="en-US" dirty="0"/>
              <a:t>Give them names:</a:t>
            </a:r>
          </a:p>
          <a:p>
            <a:r>
              <a:rPr lang="en-US" dirty="0" err="1">
                <a:latin typeface="Courier New" panose="02070309020205020404" pitchFamily="49" charset="0"/>
                <a:cs typeface="Courier New" panose="02070309020205020404" pitchFamily="49" charset="0"/>
              </a:rPr>
              <a:t>latest_value</a:t>
            </a:r>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highest_value</a:t>
            </a:r>
            <a:endParaRPr lang="en-US" dirty="0">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561AE0C0-5EE2-D3A1-84DD-F524EDF52591}"/>
              </a:ext>
            </a:extLst>
          </p:cNvPr>
          <p:cNvSpPr txBox="1"/>
          <p:nvPr/>
        </p:nvSpPr>
        <p:spPr>
          <a:xfrm>
            <a:off x="7608712" y="5278362"/>
            <a:ext cx="3984978" cy="923330"/>
          </a:xfrm>
          <a:prstGeom prst="rect">
            <a:avLst/>
          </a:prstGeom>
          <a:noFill/>
          <a:ln>
            <a:solidFill>
              <a:schemeClr val="accent1"/>
            </a:solidFill>
          </a:ln>
        </p:spPr>
        <p:txBody>
          <a:bodyPr wrap="square" rtlCol="0">
            <a:spAutoFit/>
          </a:bodyPr>
          <a:lstStyle/>
          <a:p>
            <a:r>
              <a:rPr lang="en-US" dirty="0"/>
              <a:t>Given the problem do we need any other variables? i.e., do we need to keep track of anything else? </a:t>
            </a:r>
          </a:p>
        </p:txBody>
      </p:sp>
    </p:spTree>
    <p:extLst>
      <p:ext uri="{BB962C8B-B14F-4D97-AF65-F5344CB8AC3E}">
        <p14:creationId xmlns:p14="http://schemas.microsoft.com/office/powerpoint/2010/main" val="3427374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7202A-2809-E3C4-CB7E-63890A924128}"/>
              </a:ext>
            </a:extLst>
          </p:cNvPr>
          <p:cNvSpPr>
            <a:spLocks noGrp="1"/>
          </p:cNvSpPr>
          <p:nvPr>
            <p:ph type="title"/>
          </p:nvPr>
        </p:nvSpPr>
        <p:spPr/>
        <p:txBody>
          <a:bodyPr/>
          <a:lstStyle/>
          <a:p>
            <a:r>
              <a:rPr lang="en-US" dirty="0"/>
              <a:t>Translate to Pseudocode</a:t>
            </a:r>
          </a:p>
        </p:txBody>
      </p:sp>
      <p:sp>
        <p:nvSpPr>
          <p:cNvPr id="3" name="Content Placeholder 2">
            <a:extLst>
              <a:ext uri="{FF2B5EF4-FFF2-40B4-BE49-F238E27FC236}">
                <a16:creationId xmlns:a16="http://schemas.microsoft.com/office/drawing/2014/main" id="{2BA42F2C-A99C-5EE3-1E01-787D269F395D}"/>
              </a:ext>
            </a:extLst>
          </p:cNvPr>
          <p:cNvSpPr>
            <a:spLocks noGrp="1"/>
          </p:cNvSpPr>
          <p:nvPr>
            <p:ph idx="1"/>
          </p:nvPr>
        </p:nvSpPr>
        <p:spPr/>
        <p:txBody>
          <a:bodyPr/>
          <a:lstStyle/>
          <a:p>
            <a:r>
              <a:rPr lang="en-US" dirty="0"/>
              <a:t>Create a pseudocode algorithm for the above problem</a:t>
            </a:r>
          </a:p>
          <a:p>
            <a:pPr lvl="1"/>
            <a:r>
              <a:rPr lang="en-US" dirty="0"/>
              <a:t>Remember that you have seen some looping before</a:t>
            </a:r>
          </a:p>
          <a:p>
            <a:pPr lvl="1"/>
            <a:r>
              <a:rPr lang="en-US" dirty="0"/>
              <a:t>When you want some output you can write “PRINT” as your pseudocode </a:t>
            </a:r>
          </a:p>
          <a:p>
            <a:pPr lvl="1"/>
            <a:r>
              <a:rPr lang="en-US" dirty="0"/>
              <a:t>When you want some input from the user write “INPUT” and in &lt;angle brackets&gt; write what input you are waiting for</a:t>
            </a:r>
          </a:p>
        </p:txBody>
      </p:sp>
    </p:spTree>
    <p:extLst>
      <p:ext uri="{BB962C8B-B14F-4D97-AF65-F5344CB8AC3E}">
        <p14:creationId xmlns:p14="http://schemas.microsoft.com/office/powerpoint/2010/main" val="2441700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30725-15E9-D198-E184-F9193030B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0C8D5-B00E-8505-70CE-6DED9F166DD0}"/>
              </a:ext>
            </a:extLst>
          </p:cNvPr>
          <p:cNvSpPr>
            <a:spLocks noGrp="1"/>
          </p:cNvSpPr>
          <p:nvPr>
            <p:ph type="title"/>
          </p:nvPr>
        </p:nvSpPr>
        <p:spPr/>
        <p:txBody>
          <a:bodyPr/>
          <a:lstStyle/>
          <a:p>
            <a:r>
              <a:rPr lang="en-US" dirty="0" err="1"/>
              <a:t>PseudoCode</a:t>
            </a:r>
            <a:endParaRPr lang="en-US" dirty="0"/>
          </a:p>
        </p:txBody>
      </p:sp>
      <p:sp>
        <p:nvSpPr>
          <p:cNvPr id="5" name="Content Placeholder 4">
            <a:extLst>
              <a:ext uri="{FF2B5EF4-FFF2-40B4-BE49-F238E27FC236}">
                <a16:creationId xmlns:a16="http://schemas.microsoft.com/office/drawing/2014/main" id="{B39E0947-BAE9-01D4-0EA4-D6C452C8BC38}"/>
              </a:ext>
            </a:extLst>
          </p:cNvPr>
          <p:cNvSpPr>
            <a:spLocks noGrp="1"/>
          </p:cNvSpPr>
          <p:nvPr>
            <p:ph idx="1"/>
          </p:nvPr>
        </p:nvSpPr>
        <p:spPr/>
        <p:txBody>
          <a:bodyPr>
            <a:normAutofit fontScale="92500" lnSpcReduction="10000"/>
          </a:bodyPr>
          <a:lstStyle/>
          <a:p>
            <a:r>
              <a:rPr lang="en-US" dirty="0"/>
              <a:t>START</a:t>
            </a:r>
          </a:p>
          <a:p>
            <a:pPr lvl="1"/>
            <a:r>
              <a:rPr lang="en-US" dirty="0" err="1"/>
              <a:t>highest_number</a:t>
            </a:r>
            <a:r>
              <a:rPr lang="en-US" dirty="0"/>
              <a:t> = minus infinity #so my first number is always higher</a:t>
            </a:r>
          </a:p>
          <a:p>
            <a:pPr lvl="1"/>
            <a:r>
              <a:rPr lang="en-US" dirty="0"/>
              <a:t>Repeat until INPUT is ‘Quit”</a:t>
            </a:r>
          </a:p>
          <a:p>
            <a:pPr lvl="2"/>
            <a:r>
              <a:rPr lang="en-US" dirty="0"/>
              <a:t>PRINT “Please enter the next number:”</a:t>
            </a:r>
          </a:p>
          <a:p>
            <a:pPr lvl="2"/>
            <a:r>
              <a:rPr lang="en-US" dirty="0"/>
              <a:t>INPUT &lt;Wait for next number&gt;</a:t>
            </a:r>
          </a:p>
          <a:p>
            <a:pPr lvl="2"/>
            <a:r>
              <a:rPr lang="en-US" dirty="0"/>
              <a:t>SET </a:t>
            </a:r>
            <a:r>
              <a:rPr lang="en-US" dirty="0" err="1"/>
              <a:t>latest_number</a:t>
            </a:r>
            <a:r>
              <a:rPr lang="en-US" dirty="0"/>
              <a:t> to INPUT</a:t>
            </a:r>
          </a:p>
          <a:p>
            <a:pPr lvl="2"/>
            <a:r>
              <a:rPr lang="en-US" dirty="0" err="1"/>
              <a:t>Highest_number</a:t>
            </a:r>
            <a:r>
              <a:rPr lang="en-US" dirty="0"/>
              <a:t> = maximum of </a:t>
            </a:r>
            <a:r>
              <a:rPr lang="en-US" dirty="0" err="1"/>
              <a:t>highest_number</a:t>
            </a:r>
            <a:r>
              <a:rPr lang="en-US" dirty="0"/>
              <a:t> and </a:t>
            </a:r>
            <a:r>
              <a:rPr lang="en-US" dirty="0" err="1"/>
              <a:t>latest_number</a:t>
            </a:r>
            <a:endParaRPr lang="en-US" dirty="0"/>
          </a:p>
          <a:p>
            <a:pPr lvl="3"/>
            <a:r>
              <a:rPr lang="en-US" dirty="0"/>
              <a:t>#Remember from last time we had a built-in called </a:t>
            </a:r>
            <a:r>
              <a:rPr lang="en-US" b="1" dirty="0"/>
              <a:t>max</a:t>
            </a:r>
          </a:p>
          <a:p>
            <a:pPr lvl="1"/>
            <a:r>
              <a:rPr lang="en-US" dirty="0"/>
              <a:t>END</a:t>
            </a:r>
          </a:p>
        </p:txBody>
      </p:sp>
    </p:spTree>
    <p:extLst>
      <p:ext uri="{BB962C8B-B14F-4D97-AF65-F5344CB8AC3E}">
        <p14:creationId xmlns:p14="http://schemas.microsoft.com/office/powerpoint/2010/main" val="3063947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338C0-66AB-148B-AEB1-DE7475C03329}"/>
              </a:ext>
            </a:extLst>
          </p:cNvPr>
          <p:cNvSpPr>
            <a:spLocks noGrp="1"/>
          </p:cNvSpPr>
          <p:nvPr>
            <p:ph type="title"/>
          </p:nvPr>
        </p:nvSpPr>
        <p:spPr/>
        <p:txBody>
          <a:bodyPr/>
          <a:lstStyle/>
          <a:p>
            <a:r>
              <a:rPr lang="en-US" dirty="0"/>
              <a:t>Code Examples</a:t>
            </a:r>
          </a:p>
        </p:txBody>
      </p:sp>
      <p:sp>
        <p:nvSpPr>
          <p:cNvPr id="3" name="Content Placeholder 2">
            <a:extLst>
              <a:ext uri="{FF2B5EF4-FFF2-40B4-BE49-F238E27FC236}">
                <a16:creationId xmlns:a16="http://schemas.microsoft.com/office/drawing/2014/main" id="{52BF1C45-1BC6-1344-58B8-103FD029F2E3}"/>
              </a:ext>
            </a:extLst>
          </p:cNvPr>
          <p:cNvSpPr>
            <a:spLocks noGrp="1"/>
          </p:cNvSpPr>
          <p:nvPr>
            <p:ph idx="1"/>
          </p:nvPr>
        </p:nvSpPr>
        <p:spPr>
          <a:xfrm>
            <a:off x="2231136" y="2323253"/>
            <a:ext cx="7729728" cy="3101983"/>
          </a:xfrm>
        </p:spPr>
        <p:txBody>
          <a:bodyPr/>
          <a:lstStyle/>
          <a:p>
            <a:r>
              <a:rPr lang="en-US" dirty="0">
                <a:hlinkClick r:id="rId2"/>
              </a:rPr>
              <a:t>https://colab.research.google.com/github/UPEI-CS/CS1910-Students/blob/main/lectures/06-Decisions/CS1910_Decisions_Workbook.ipynb</a:t>
            </a:r>
            <a:endParaRPr lang="en-US" dirty="0"/>
          </a:p>
          <a:p>
            <a:endParaRPr lang="en-US" dirty="0"/>
          </a:p>
        </p:txBody>
      </p:sp>
    </p:spTree>
    <p:extLst>
      <p:ext uri="{BB962C8B-B14F-4D97-AF65-F5344CB8AC3E}">
        <p14:creationId xmlns:p14="http://schemas.microsoft.com/office/powerpoint/2010/main" val="1058522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28E99-D03E-B2D7-7AE3-F9AA098DC4D6}"/>
              </a:ext>
            </a:extLst>
          </p:cNvPr>
          <p:cNvSpPr>
            <a:spLocks noGrp="1"/>
          </p:cNvSpPr>
          <p:nvPr>
            <p:ph type="title"/>
          </p:nvPr>
        </p:nvSpPr>
        <p:spPr/>
        <p:txBody>
          <a:bodyPr/>
          <a:lstStyle/>
          <a:p>
            <a:r>
              <a:rPr lang="en-US" dirty="0"/>
              <a:t>Printing</a:t>
            </a:r>
          </a:p>
        </p:txBody>
      </p:sp>
      <p:sp>
        <p:nvSpPr>
          <p:cNvPr id="3" name="Content Placeholder 2">
            <a:extLst>
              <a:ext uri="{FF2B5EF4-FFF2-40B4-BE49-F238E27FC236}">
                <a16:creationId xmlns:a16="http://schemas.microsoft.com/office/drawing/2014/main" id="{61181D14-9B5C-A053-7CF1-DC60C8083B85}"/>
              </a:ext>
            </a:extLst>
          </p:cNvPr>
          <p:cNvSpPr>
            <a:spLocks noGrp="1"/>
          </p:cNvSpPr>
          <p:nvPr>
            <p:ph idx="1"/>
          </p:nvPr>
        </p:nvSpPr>
        <p:spPr>
          <a:xfrm>
            <a:off x="2231136" y="2638045"/>
            <a:ext cx="7729728" cy="830108"/>
          </a:xfrm>
        </p:spPr>
        <p:txBody>
          <a:bodyPr/>
          <a:lstStyle/>
          <a:p>
            <a:r>
              <a:rPr lang="en-US" dirty="0"/>
              <a:t>In Python the built-in </a:t>
            </a:r>
            <a:r>
              <a:rPr lang="en-US" dirty="0">
                <a:latin typeface="Courier New" panose="02070309020205020404" pitchFamily="49" charset="0"/>
                <a:cs typeface="Courier New" panose="02070309020205020404" pitchFamily="49" charset="0"/>
              </a:rPr>
              <a:t>print</a:t>
            </a:r>
            <a:r>
              <a:rPr lang="en-US" dirty="0"/>
              <a:t> method can be used to print values to the console</a:t>
            </a:r>
          </a:p>
        </p:txBody>
      </p:sp>
      <p:sp>
        <p:nvSpPr>
          <p:cNvPr id="4" name="TextBox 3">
            <a:extLst>
              <a:ext uri="{FF2B5EF4-FFF2-40B4-BE49-F238E27FC236}">
                <a16:creationId xmlns:a16="http://schemas.microsoft.com/office/drawing/2014/main" id="{0864D423-F5DD-5D07-8653-76CE2739FBD5}"/>
              </a:ext>
            </a:extLst>
          </p:cNvPr>
          <p:cNvSpPr txBox="1"/>
          <p:nvPr/>
        </p:nvSpPr>
        <p:spPr>
          <a:xfrm>
            <a:off x="2898014" y="3665373"/>
            <a:ext cx="211468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print(“hello”)</a:t>
            </a:r>
          </a:p>
        </p:txBody>
      </p:sp>
      <p:sp>
        <p:nvSpPr>
          <p:cNvPr id="5" name="TextBox 4">
            <a:extLst>
              <a:ext uri="{FF2B5EF4-FFF2-40B4-BE49-F238E27FC236}">
                <a16:creationId xmlns:a16="http://schemas.microsoft.com/office/drawing/2014/main" id="{B6C06827-CFF1-1DCA-CCAB-5892E735BD71}"/>
              </a:ext>
            </a:extLst>
          </p:cNvPr>
          <p:cNvSpPr txBox="1"/>
          <p:nvPr/>
        </p:nvSpPr>
        <p:spPr>
          <a:xfrm>
            <a:off x="2898014" y="4246240"/>
            <a:ext cx="1976823" cy="646331"/>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hello = “Hi!”</a:t>
            </a:r>
          </a:p>
          <a:p>
            <a:r>
              <a:rPr lang="en-US" dirty="0">
                <a:latin typeface="Courier New" panose="02070309020205020404" pitchFamily="49" charset="0"/>
                <a:cs typeface="Courier New" panose="02070309020205020404" pitchFamily="49" charset="0"/>
              </a:rPr>
              <a:t>print(hello)</a:t>
            </a:r>
          </a:p>
        </p:txBody>
      </p:sp>
      <p:sp>
        <p:nvSpPr>
          <p:cNvPr id="6" name="TextBox 5">
            <a:extLst>
              <a:ext uri="{FF2B5EF4-FFF2-40B4-BE49-F238E27FC236}">
                <a16:creationId xmlns:a16="http://schemas.microsoft.com/office/drawing/2014/main" id="{EA037629-F425-3512-1D71-21A1D1336F98}"/>
              </a:ext>
            </a:extLst>
          </p:cNvPr>
          <p:cNvSpPr txBox="1"/>
          <p:nvPr/>
        </p:nvSpPr>
        <p:spPr>
          <a:xfrm>
            <a:off x="6173282" y="3617996"/>
            <a:ext cx="128753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print(3)</a:t>
            </a:r>
          </a:p>
        </p:txBody>
      </p:sp>
      <p:sp>
        <p:nvSpPr>
          <p:cNvPr id="7" name="TextBox 6">
            <a:extLst>
              <a:ext uri="{FF2B5EF4-FFF2-40B4-BE49-F238E27FC236}">
                <a16:creationId xmlns:a16="http://schemas.microsoft.com/office/drawing/2014/main" id="{91B1DD07-2DA5-A88B-1BA3-424D1869CF1C}"/>
              </a:ext>
            </a:extLst>
          </p:cNvPr>
          <p:cNvSpPr txBox="1"/>
          <p:nvPr/>
        </p:nvSpPr>
        <p:spPr>
          <a:xfrm>
            <a:off x="6173282" y="4388145"/>
            <a:ext cx="1976823"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print(str(3))</a:t>
            </a:r>
          </a:p>
        </p:txBody>
      </p:sp>
      <p:cxnSp>
        <p:nvCxnSpPr>
          <p:cNvPr id="9" name="Straight Arrow Connector 8">
            <a:extLst>
              <a:ext uri="{FF2B5EF4-FFF2-40B4-BE49-F238E27FC236}">
                <a16:creationId xmlns:a16="http://schemas.microsoft.com/office/drawing/2014/main" id="{B72D0501-2A1D-28C8-4EB5-AADDA931736C}"/>
              </a:ext>
            </a:extLst>
          </p:cNvPr>
          <p:cNvCxnSpPr>
            <a:cxnSpLocks/>
          </p:cNvCxnSpPr>
          <p:nvPr/>
        </p:nvCxnSpPr>
        <p:spPr>
          <a:xfrm flipH="1" flipV="1">
            <a:off x="7951472" y="4523360"/>
            <a:ext cx="1497078" cy="46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24EB4A3-ABCB-601B-5D62-29D0EE014785}"/>
              </a:ext>
            </a:extLst>
          </p:cNvPr>
          <p:cNvSpPr txBox="1"/>
          <p:nvPr/>
        </p:nvSpPr>
        <p:spPr>
          <a:xfrm>
            <a:off x="9448550" y="4203499"/>
            <a:ext cx="1510748" cy="1200329"/>
          </a:xfrm>
          <a:prstGeom prst="rect">
            <a:avLst/>
          </a:prstGeom>
          <a:noFill/>
        </p:spPr>
        <p:txBody>
          <a:bodyPr wrap="square" rtlCol="0">
            <a:spAutoFit/>
          </a:bodyPr>
          <a:lstStyle/>
          <a:p>
            <a:r>
              <a:rPr lang="en-US" dirty="0"/>
              <a:t>Convert the integer 3 to a string and then print it</a:t>
            </a:r>
          </a:p>
        </p:txBody>
      </p:sp>
      <p:sp>
        <p:nvSpPr>
          <p:cNvPr id="11" name="TextBox 10">
            <a:extLst>
              <a:ext uri="{FF2B5EF4-FFF2-40B4-BE49-F238E27FC236}">
                <a16:creationId xmlns:a16="http://schemas.microsoft.com/office/drawing/2014/main" id="{CFC762AA-F2EB-0806-A27D-5F7982EE7DB1}"/>
              </a:ext>
            </a:extLst>
          </p:cNvPr>
          <p:cNvSpPr txBox="1"/>
          <p:nvPr/>
        </p:nvSpPr>
        <p:spPr>
          <a:xfrm>
            <a:off x="9770701" y="2888758"/>
            <a:ext cx="2115676" cy="923330"/>
          </a:xfrm>
          <a:prstGeom prst="rect">
            <a:avLst/>
          </a:prstGeom>
          <a:noFill/>
        </p:spPr>
        <p:txBody>
          <a:bodyPr wrap="square" rtlCol="0">
            <a:spAutoFit/>
          </a:bodyPr>
          <a:lstStyle/>
          <a:p>
            <a:r>
              <a:rPr lang="en-US" dirty="0"/>
              <a:t>Print automatically converts an int to string</a:t>
            </a:r>
          </a:p>
        </p:txBody>
      </p:sp>
      <p:cxnSp>
        <p:nvCxnSpPr>
          <p:cNvPr id="13" name="Straight Arrow Connector 12">
            <a:extLst>
              <a:ext uri="{FF2B5EF4-FFF2-40B4-BE49-F238E27FC236}">
                <a16:creationId xmlns:a16="http://schemas.microsoft.com/office/drawing/2014/main" id="{20F42C6C-300F-8BD5-E7BE-810F6BEAF7FE}"/>
              </a:ext>
            </a:extLst>
          </p:cNvPr>
          <p:cNvCxnSpPr>
            <a:cxnSpLocks/>
          </p:cNvCxnSpPr>
          <p:nvPr/>
        </p:nvCxnSpPr>
        <p:spPr>
          <a:xfrm flipH="1">
            <a:off x="7447004" y="3429000"/>
            <a:ext cx="2107813" cy="35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005E75D-3854-3B4C-BDF6-6690F9EA138E}"/>
              </a:ext>
            </a:extLst>
          </p:cNvPr>
          <p:cNvSpPr txBox="1"/>
          <p:nvPr/>
        </p:nvSpPr>
        <p:spPr>
          <a:xfrm>
            <a:off x="4147930" y="5640888"/>
            <a:ext cx="3355406" cy="923330"/>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print(“hello” + 3) </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print(“hello” + str(3))</a:t>
            </a:r>
          </a:p>
        </p:txBody>
      </p:sp>
      <p:cxnSp>
        <p:nvCxnSpPr>
          <p:cNvPr id="19" name="Straight Arrow Connector 18">
            <a:extLst>
              <a:ext uri="{FF2B5EF4-FFF2-40B4-BE49-F238E27FC236}">
                <a16:creationId xmlns:a16="http://schemas.microsoft.com/office/drawing/2014/main" id="{71C3F3AE-807C-B2B9-46DE-D3E21636F9EF}"/>
              </a:ext>
            </a:extLst>
          </p:cNvPr>
          <p:cNvCxnSpPr/>
          <p:nvPr/>
        </p:nvCxnSpPr>
        <p:spPr>
          <a:xfrm flipH="1">
            <a:off x="6817048" y="5830957"/>
            <a:ext cx="1333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D1E5B66-6755-5538-B303-2D5D12F297F4}"/>
              </a:ext>
            </a:extLst>
          </p:cNvPr>
          <p:cNvSpPr txBox="1"/>
          <p:nvPr/>
        </p:nvSpPr>
        <p:spPr>
          <a:xfrm>
            <a:off x="8150105" y="5671851"/>
            <a:ext cx="2871042" cy="369332"/>
          </a:xfrm>
          <a:prstGeom prst="rect">
            <a:avLst/>
          </a:prstGeom>
          <a:noFill/>
        </p:spPr>
        <p:txBody>
          <a:bodyPr wrap="none" rtlCol="0">
            <a:spAutoFit/>
          </a:bodyPr>
          <a:lstStyle/>
          <a:p>
            <a:r>
              <a:rPr lang="en-US" dirty="0"/>
              <a:t>Error can’t add string and int</a:t>
            </a:r>
          </a:p>
        </p:txBody>
      </p:sp>
      <p:cxnSp>
        <p:nvCxnSpPr>
          <p:cNvPr id="22" name="Straight Arrow Connector 21">
            <a:extLst>
              <a:ext uri="{FF2B5EF4-FFF2-40B4-BE49-F238E27FC236}">
                <a16:creationId xmlns:a16="http://schemas.microsoft.com/office/drawing/2014/main" id="{57D221C6-572B-AFA6-2295-6DBCB40A9B03}"/>
              </a:ext>
            </a:extLst>
          </p:cNvPr>
          <p:cNvCxnSpPr/>
          <p:nvPr/>
        </p:nvCxnSpPr>
        <p:spPr>
          <a:xfrm flipH="1" flipV="1">
            <a:off x="7447004" y="6400800"/>
            <a:ext cx="703101" cy="163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31A7CA5-ABCA-06AF-2A31-8B7AA568D5FA}"/>
              </a:ext>
            </a:extLst>
          </p:cNvPr>
          <p:cNvSpPr txBox="1"/>
          <p:nvPr/>
        </p:nvSpPr>
        <p:spPr>
          <a:xfrm>
            <a:off x="8025459" y="6297843"/>
            <a:ext cx="950901" cy="369332"/>
          </a:xfrm>
          <a:prstGeom prst="rect">
            <a:avLst/>
          </a:prstGeom>
          <a:noFill/>
        </p:spPr>
        <p:txBody>
          <a:bodyPr wrap="none" rtlCol="0">
            <a:spAutoFit/>
          </a:bodyPr>
          <a:lstStyle/>
          <a:p>
            <a:r>
              <a:rPr lang="en-US" dirty="0"/>
              <a:t>“hello3”</a:t>
            </a:r>
          </a:p>
        </p:txBody>
      </p:sp>
    </p:spTree>
    <p:extLst>
      <p:ext uri="{BB962C8B-B14F-4D97-AF65-F5344CB8AC3E}">
        <p14:creationId xmlns:p14="http://schemas.microsoft.com/office/powerpoint/2010/main" val="2403898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ACFF1-857E-0188-F072-F0AB0E66E72F}"/>
              </a:ext>
            </a:extLst>
          </p:cNvPr>
          <p:cNvSpPr>
            <a:spLocks noGrp="1"/>
          </p:cNvSpPr>
          <p:nvPr>
            <p:ph type="title"/>
          </p:nvPr>
        </p:nvSpPr>
        <p:spPr/>
        <p:txBody>
          <a:bodyPr/>
          <a:lstStyle/>
          <a:p>
            <a:r>
              <a:rPr lang="en-US" dirty="0"/>
              <a:t>Escape Sequences</a:t>
            </a:r>
          </a:p>
        </p:txBody>
      </p:sp>
      <p:sp>
        <p:nvSpPr>
          <p:cNvPr id="3" name="Content Placeholder 2">
            <a:extLst>
              <a:ext uri="{FF2B5EF4-FFF2-40B4-BE49-F238E27FC236}">
                <a16:creationId xmlns:a16="http://schemas.microsoft.com/office/drawing/2014/main" id="{F1D7C743-3E68-F640-ACE5-3BAAE4C1FCFE}"/>
              </a:ext>
            </a:extLst>
          </p:cNvPr>
          <p:cNvSpPr>
            <a:spLocks noGrp="1"/>
          </p:cNvSpPr>
          <p:nvPr>
            <p:ph idx="1"/>
          </p:nvPr>
        </p:nvSpPr>
        <p:spPr/>
        <p:txBody>
          <a:bodyPr/>
          <a:lstStyle/>
          <a:p>
            <a:r>
              <a:rPr lang="en-US" dirty="0"/>
              <a:t>Certain characters are challenging to represent in a string </a:t>
            </a:r>
          </a:p>
          <a:p>
            <a:r>
              <a:rPr lang="en-US" dirty="0"/>
              <a:t>For these we can represent the character using an escape sequence. </a:t>
            </a:r>
          </a:p>
          <a:p>
            <a:pPr lvl="1"/>
            <a:r>
              <a:rPr lang="en-US" dirty="0"/>
              <a:t>A special character combo that stands in for the challenging character</a:t>
            </a:r>
          </a:p>
          <a:p>
            <a:pPr lvl="1"/>
            <a:r>
              <a:rPr lang="en-US" dirty="0"/>
              <a:t>In Python we use a backslash \ followed by a character to indicate an escape sequence</a:t>
            </a:r>
          </a:p>
          <a:p>
            <a:r>
              <a:rPr lang="en-US" dirty="0"/>
              <a:t>Example: How to represent a newline within a string? </a:t>
            </a:r>
          </a:p>
          <a:p>
            <a:r>
              <a:rPr lang="en-US" dirty="0">
                <a:latin typeface="Courier New" panose="02070309020205020404" pitchFamily="49" charset="0"/>
                <a:cs typeface="Courier New" panose="02070309020205020404" pitchFamily="49" charset="0"/>
              </a:rPr>
              <a:t>\n</a:t>
            </a:r>
            <a:r>
              <a:rPr lang="en-US" dirty="0"/>
              <a:t> represents a newline “Hello\</a:t>
            </a:r>
            <a:r>
              <a:rPr lang="en-US" dirty="0" err="1"/>
              <a:t>nWorld</a:t>
            </a:r>
            <a:r>
              <a:rPr lang="en-US" dirty="0"/>
              <a:t>” translates to </a:t>
            </a:r>
          </a:p>
          <a:p>
            <a:pPr marL="0" indent="0">
              <a:buNone/>
            </a:pPr>
            <a:endParaRPr lang="en-US" dirty="0"/>
          </a:p>
        </p:txBody>
      </p:sp>
      <p:sp>
        <p:nvSpPr>
          <p:cNvPr id="4" name="TextBox 3">
            <a:extLst>
              <a:ext uri="{FF2B5EF4-FFF2-40B4-BE49-F238E27FC236}">
                <a16:creationId xmlns:a16="http://schemas.microsoft.com/office/drawing/2014/main" id="{C25FC5A0-1A4B-47E6-2483-3DD8C93A7946}"/>
              </a:ext>
            </a:extLst>
          </p:cNvPr>
          <p:cNvSpPr txBox="1"/>
          <p:nvPr/>
        </p:nvSpPr>
        <p:spPr>
          <a:xfrm>
            <a:off x="7623959" y="4572001"/>
            <a:ext cx="873957" cy="646331"/>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Hello</a:t>
            </a:r>
          </a:p>
          <a:p>
            <a:r>
              <a:rPr lang="en-US" dirty="0">
                <a:latin typeface="Courier New" panose="02070309020205020404" pitchFamily="49" charset="0"/>
                <a:cs typeface="Courier New" panose="02070309020205020404" pitchFamily="49" charset="0"/>
              </a:rPr>
              <a:t>World</a:t>
            </a:r>
          </a:p>
        </p:txBody>
      </p:sp>
    </p:spTree>
    <p:extLst>
      <p:ext uri="{BB962C8B-B14F-4D97-AF65-F5344CB8AC3E}">
        <p14:creationId xmlns:p14="http://schemas.microsoft.com/office/powerpoint/2010/main" val="1427747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947E9-EE61-20FF-C704-13E7317B5C94}"/>
              </a:ext>
            </a:extLst>
          </p:cNvPr>
          <p:cNvSpPr>
            <a:spLocks noGrp="1"/>
          </p:cNvSpPr>
          <p:nvPr>
            <p:ph type="title"/>
          </p:nvPr>
        </p:nvSpPr>
        <p:spPr/>
        <p:txBody>
          <a:bodyPr>
            <a:normAutofit/>
          </a:bodyPr>
          <a:lstStyle/>
          <a:p>
            <a:r>
              <a:rPr lang="en-US" dirty="0"/>
              <a:t>Example Escape Sequences</a:t>
            </a:r>
          </a:p>
        </p:txBody>
      </p:sp>
      <p:sp>
        <p:nvSpPr>
          <p:cNvPr id="9" name="Content Placeholder 8">
            <a:extLst>
              <a:ext uri="{FF2B5EF4-FFF2-40B4-BE49-F238E27FC236}">
                <a16:creationId xmlns:a16="http://schemas.microsoft.com/office/drawing/2014/main" id="{50C0FB96-341E-88D3-FA72-85CDB1F660BF}"/>
              </a:ext>
            </a:extLst>
          </p:cNvPr>
          <p:cNvSpPr>
            <a:spLocks noGrp="1"/>
          </p:cNvSpPr>
          <p:nvPr>
            <p:ph idx="1"/>
          </p:nvPr>
        </p:nvSpPr>
        <p:spPr/>
        <p:txBody>
          <a:bodyPr>
            <a:normAutofit fontScale="92500" lnSpcReduction="10000"/>
          </a:bodyPr>
          <a:lstStyle/>
          <a:p>
            <a:r>
              <a:rPr lang="en-US" dirty="0"/>
              <a:t>Cursor positioning escape sequences:</a:t>
            </a:r>
          </a:p>
          <a:p>
            <a:pPr lvl="1"/>
            <a:r>
              <a:rPr lang="en-US" dirty="0">
                <a:latin typeface="Courier New" panose="02070309020205020404" pitchFamily="49" charset="0"/>
                <a:cs typeface="Courier New" panose="02070309020205020404" pitchFamily="49" charset="0"/>
              </a:rPr>
              <a:t>\b = Backspace</a:t>
            </a:r>
          </a:p>
          <a:p>
            <a:pPr lvl="1"/>
            <a:r>
              <a:rPr lang="en-US" dirty="0">
                <a:latin typeface="Courier New" panose="02070309020205020404" pitchFamily="49" charset="0"/>
                <a:cs typeface="Courier New" panose="02070309020205020404" pitchFamily="49" charset="0"/>
              </a:rPr>
              <a:t>\t = Tab</a:t>
            </a:r>
          </a:p>
          <a:p>
            <a:pPr lvl="1"/>
            <a:r>
              <a:rPr lang="en-US" dirty="0">
                <a:latin typeface="Courier New" panose="02070309020205020404" pitchFamily="49" charset="0"/>
                <a:cs typeface="Courier New" panose="02070309020205020404" pitchFamily="49" charset="0"/>
              </a:rPr>
              <a:t>\n = Newline</a:t>
            </a:r>
          </a:p>
          <a:p>
            <a:pPr lvl="1"/>
            <a:r>
              <a:rPr lang="en-US" dirty="0">
                <a:latin typeface="Courier New" panose="02070309020205020404" pitchFamily="49" charset="0"/>
                <a:cs typeface="Courier New" panose="02070309020205020404" pitchFamily="49" charset="0"/>
              </a:rPr>
              <a:t>\r = Carriage return</a:t>
            </a:r>
          </a:p>
          <a:p>
            <a:r>
              <a:rPr lang="en-US" dirty="0"/>
              <a:t>Character used in syntax escape sequences</a:t>
            </a:r>
          </a:p>
          <a:p>
            <a:pPr lvl="1"/>
            <a:r>
              <a:rPr lang="en-US" dirty="0">
                <a:latin typeface="Courier New" panose="02070309020205020404" pitchFamily="49" charset="0"/>
                <a:cs typeface="Courier New" panose="02070309020205020404" pitchFamily="49" charset="0"/>
              </a:rPr>
              <a:t>\” – produces a double quote</a:t>
            </a:r>
          </a:p>
          <a:p>
            <a:pPr lvl="1"/>
            <a:r>
              <a:rPr lang="en-US" dirty="0">
                <a:latin typeface="Courier New" panose="02070309020205020404" pitchFamily="49" charset="0"/>
                <a:cs typeface="Courier New" panose="02070309020205020404" pitchFamily="49" charset="0"/>
              </a:rPr>
              <a:t>\’ – produces a single quote</a:t>
            </a:r>
          </a:p>
          <a:p>
            <a:pPr lvl="1"/>
            <a:r>
              <a:rPr lang="en-US" dirty="0">
                <a:latin typeface="Courier New" panose="02070309020205020404" pitchFamily="49" charset="0"/>
                <a:cs typeface="Courier New" panose="02070309020205020404" pitchFamily="49" charset="0"/>
              </a:rPr>
              <a:t>\\ - produces a \</a:t>
            </a:r>
          </a:p>
        </p:txBody>
      </p:sp>
    </p:spTree>
    <p:extLst>
      <p:ext uri="{BB962C8B-B14F-4D97-AF65-F5344CB8AC3E}">
        <p14:creationId xmlns:p14="http://schemas.microsoft.com/office/powerpoint/2010/main" val="1192449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E29F92-3DFD-0D56-4922-5F82A6065847}"/>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Self Check</a:t>
            </a:r>
          </a:p>
        </p:txBody>
      </p:sp>
      <p:sp>
        <p:nvSpPr>
          <p:cNvPr id="3" name="Content Placeholder 2">
            <a:extLst>
              <a:ext uri="{FF2B5EF4-FFF2-40B4-BE49-F238E27FC236}">
                <a16:creationId xmlns:a16="http://schemas.microsoft.com/office/drawing/2014/main" id="{65BBEC99-9F2F-CA46-464D-13A20B2596AF}"/>
              </a:ext>
            </a:extLst>
          </p:cNvPr>
          <p:cNvSpPr>
            <a:spLocks noGrp="1"/>
          </p:cNvSpPr>
          <p:nvPr>
            <p:ph idx="1"/>
          </p:nvPr>
        </p:nvSpPr>
        <p:spPr>
          <a:xfrm>
            <a:off x="5403274" y="1402080"/>
            <a:ext cx="6643848" cy="4053840"/>
          </a:xfrm>
        </p:spPr>
        <p:txBody>
          <a:bodyPr anchor="ctr">
            <a:normAutofit/>
          </a:bodyPr>
          <a:lstStyle/>
          <a:p>
            <a:r>
              <a:rPr lang="en-US" sz="2400" dirty="0"/>
              <a:t>What is the output for the following?</a:t>
            </a:r>
          </a:p>
          <a:p>
            <a:endParaRPr lang="en-US" sz="2400" dirty="0"/>
          </a:p>
          <a:p>
            <a:pPr marL="0" indent="0">
              <a:buNone/>
            </a:pPr>
            <a:r>
              <a:rPr lang="en-US" sz="2400" dirty="0">
                <a:latin typeface="Courier New" panose="02070309020205020404" pitchFamily="49" charset="0"/>
                <a:cs typeface="Courier New" panose="02070309020205020404" pitchFamily="49" charset="0"/>
              </a:rPr>
              <a:t>print("\"\\Hello\n\</a:t>
            </a:r>
            <a:r>
              <a:rPr lang="en-US" sz="2400" dirty="0" err="1">
                <a:latin typeface="Courier New" panose="02070309020205020404" pitchFamily="49" charset="0"/>
                <a:cs typeface="Courier New" panose="02070309020205020404" pitchFamily="49" charset="0"/>
              </a:rPr>
              <a:t>tWorld</a:t>
            </a:r>
            <a:r>
              <a:rPr lang="en-US" sz="2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96920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61652D-04AE-42FA-8314-644C8D605AC6}"/>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dirty="0">
                <a:solidFill>
                  <a:srgbClr val="FFFFFF"/>
                </a:solidFill>
              </a:rPr>
              <a:t>Self</a:t>
            </a:r>
            <a:br>
              <a:rPr lang="en-US" sz="3000" dirty="0">
                <a:solidFill>
                  <a:srgbClr val="FFFFFF"/>
                </a:solidFill>
              </a:rPr>
            </a:br>
            <a:r>
              <a:rPr lang="en-US" sz="3000" dirty="0">
                <a:solidFill>
                  <a:srgbClr val="FFFFFF"/>
                </a:solidFill>
              </a:rPr>
              <a:t>Check</a:t>
            </a:r>
          </a:p>
        </p:txBody>
      </p:sp>
      <p:sp>
        <p:nvSpPr>
          <p:cNvPr id="4" name="Content Placeholder 2">
            <a:extLst>
              <a:ext uri="{FF2B5EF4-FFF2-40B4-BE49-F238E27FC236}">
                <a16:creationId xmlns:a16="http://schemas.microsoft.com/office/drawing/2014/main" id="{9B0149CE-D78F-FD71-B5AB-0E5E7B8E40BD}"/>
              </a:ext>
            </a:extLst>
          </p:cNvPr>
          <p:cNvSpPr>
            <a:spLocks noGrp="1"/>
          </p:cNvSpPr>
          <p:nvPr>
            <p:ph idx="1"/>
          </p:nvPr>
        </p:nvSpPr>
        <p:spPr>
          <a:xfrm>
            <a:off x="5591175" y="1401763"/>
            <a:ext cx="6228292" cy="4054475"/>
          </a:xfrm>
        </p:spPr>
        <p:txBody>
          <a:bodyPr anchor="ctr">
            <a:normAutofit/>
          </a:bodyPr>
          <a:lstStyle/>
          <a:p>
            <a:r>
              <a:rPr lang="en-US" sz="2400" dirty="0"/>
              <a:t>What is the output for the following?</a:t>
            </a:r>
          </a:p>
          <a:p>
            <a:endParaRPr lang="en-US" sz="2400" dirty="0"/>
          </a:p>
          <a:p>
            <a:pPr marL="0" indent="0">
              <a:buNone/>
            </a:pPr>
            <a:r>
              <a:rPr lang="en-US" sz="2400" dirty="0">
                <a:latin typeface="Courier New" panose="02070309020205020404" pitchFamily="49" charset="0"/>
                <a:cs typeface="Courier New" panose="02070309020205020404" pitchFamily="49" charset="0"/>
              </a:rPr>
              <a:t>print("\"\\Hello\n\</a:t>
            </a:r>
            <a:r>
              <a:rPr lang="en-US" sz="2400" dirty="0" err="1">
                <a:latin typeface="Courier New" panose="02070309020205020404" pitchFamily="49" charset="0"/>
                <a:cs typeface="Courier New" panose="02070309020205020404" pitchFamily="49" charset="0"/>
              </a:rPr>
              <a:t>tWorld</a:t>
            </a:r>
            <a:r>
              <a:rPr lang="en-US" sz="2400"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03D1CE6A-9882-9130-DBAD-862E39FA7AAC}"/>
              </a:ext>
            </a:extLst>
          </p:cNvPr>
          <p:cNvSpPr txBox="1"/>
          <p:nvPr/>
        </p:nvSpPr>
        <p:spPr>
          <a:xfrm>
            <a:off x="6495143" y="4772124"/>
            <a:ext cx="1749197" cy="923330"/>
          </a:xfrm>
          <a:prstGeom prst="rect">
            <a:avLst/>
          </a:prstGeom>
          <a:noFill/>
        </p:spPr>
        <p:txBody>
          <a:bodyPr wrap="none" rtlCol="0">
            <a:spAutoFit/>
          </a:bodyPr>
          <a:lstStyle/>
          <a:p>
            <a:pPr latinLnBrk="1"/>
            <a:r>
              <a:rPr lang="en-CA" dirty="0">
                <a:latin typeface="Courier New" panose="02070309020205020404" pitchFamily="49" charset="0"/>
                <a:cs typeface="Courier New" panose="02070309020205020404" pitchFamily="49" charset="0"/>
              </a:rPr>
              <a:t>"\Hello</a:t>
            </a:r>
          </a:p>
          <a:p>
            <a:pPr latinLnBrk="1"/>
            <a:r>
              <a:rPr lang="en-CA" dirty="0">
                <a:latin typeface="Courier New" panose="02070309020205020404" pitchFamily="49" charset="0"/>
                <a:cs typeface="Courier New" panose="02070309020205020404" pitchFamily="49" charset="0"/>
              </a:rPr>
              <a:t>	World!\"</a:t>
            </a:r>
          </a:p>
          <a:p>
            <a:endParaRPr lang="en-US" dirty="0"/>
          </a:p>
        </p:txBody>
      </p:sp>
    </p:spTree>
    <p:extLst>
      <p:ext uri="{BB962C8B-B14F-4D97-AF65-F5344CB8AC3E}">
        <p14:creationId xmlns:p14="http://schemas.microsoft.com/office/powerpoint/2010/main" val="4147674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B77F1-2263-CC75-E2A8-B2DC29A97BCD}"/>
              </a:ext>
            </a:extLst>
          </p:cNvPr>
          <p:cNvSpPr>
            <a:spLocks noGrp="1"/>
          </p:cNvSpPr>
          <p:nvPr>
            <p:ph type="title"/>
          </p:nvPr>
        </p:nvSpPr>
        <p:spPr/>
        <p:txBody>
          <a:bodyPr>
            <a:normAutofit/>
          </a:bodyPr>
          <a:lstStyle/>
          <a:p>
            <a:r>
              <a:rPr lang="en-US" dirty="0"/>
              <a:t>Class Participation</a:t>
            </a:r>
          </a:p>
        </p:txBody>
      </p:sp>
      <p:sp>
        <p:nvSpPr>
          <p:cNvPr id="10" name="Rectangle 4">
            <a:extLst>
              <a:ext uri="{FF2B5EF4-FFF2-40B4-BE49-F238E27FC236}">
                <a16:creationId xmlns:a16="http://schemas.microsoft.com/office/drawing/2014/main" id="{E6BA8204-D711-B59A-BF91-D8C6B4B998E7}"/>
              </a:ext>
            </a:extLst>
          </p:cNvPr>
          <p:cNvSpPr>
            <a:spLocks noGrp="1" noChangeArrowheads="1"/>
          </p:cNvSpPr>
          <p:nvPr>
            <p:ph idx="1"/>
          </p:nvPr>
        </p:nvSpPr>
        <p:spPr bwMode="auto">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dirty="0">
                <a:ln>
                  <a:noFill/>
                </a:ln>
                <a:effectLst/>
                <a:latin typeface="Arial" panose="020B0604020202020204" pitchFamily="34" charset="0"/>
              </a:rPr>
              <a:t>On Moodle you will find:</a:t>
            </a:r>
          </a:p>
          <a:p>
            <a:pPr marL="0" marR="0" lvl="0" indent="0" defTabSz="914400" rtl="0" eaLnBrk="0" fontAlgn="base" latinLnBrk="0" hangingPunct="0">
              <a:spcBef>
                <a:spcPct val="0"/>
              </a:spcBef>
              <a:spcAft>
                <a:spcPts val="600"/>
              </a:spcAft>
              <a:buClrTx/>
              <a:buSzTx/>
              <a:buFontTx/>
              <a:buNone/>
              <a:tabLst/>
            </a:pPr>
            <a:endParaRPr lang="en-US" altLang="en-US" dirty="0">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b="1" i="0" u="none" strike="noStrike" cap="none" normalizeH="0" baseline="0" dirty="0">
                <a:ln>
                  <a:noFill/>
                </a:ln>
                <a:effectLst/>
                <a:latin typeface="Arial" panose="020B0604020202020204" pitchFamily="34" charset="0"/>
              </a:rPr>
              <a:t>Class Participation – Review – Expressions </a:t>
            </a:r>
          </a:p>
        </p:txBody>
      </p:sp>
    </p:spTree>
    <p:extLst>
      <p:ext uri="{BB962C8B-B14F-4D97-AF65-F5344CB8AC3E}">
        <p14:creationId xmlns:p14="http://schemas.microsoft.com/office/powerpoint/2010/main" val="1479555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0B4A7-757A-5F53-A852-689EBD335C58}"/>
              </a:ext>
            </a:extLst>
          </p:cNvPr>
          <p:cNvSpPr>
            <a:spLocks noGrp="1"/>
          </p:cNvSpPr>
          <p:nvPr>
            <p:ph type="title"/>
          </p:nvPr>
        </p:nvSpPr>
        <p:spPr/>
        <p:txBody>
          <a:bodyPr/>
          <a:lstStyle/>
          <a:p>
            <a:r>
              <a:rPr lang="en-US" dirty="0"/>
              <a:t>Formatted Strings</a:t>
            </a:r>
            <a:br>
              <a:rPr lang="en-US" dirty="0"/>
            </a:br>
            <a:r>
              <a:rPr lang="en-US" dirty="0"/>
              <a:t>F-</a:t>
            </a:r>
            <a:r>
              <a:rPr lang="en-US" dirty="0" err="1"/>
              <a:t>StRings</a:t>
            </a:r>
            <a:endParaRPr lang="en-US" dirty="0"/>
          </a:p>
        </p:txBody>
      </p:sp>
      <p:sp>
        <p:nvSpPr>
          <p:cNvPr id="3" name="Content Placeholder 2">
            <a:extLst>
              <a:ext uri="{FF2B5EF4-FFF2-40B4-BE49-F238E27FC236}">
                <a16:creationId xmlns:a16="http://schemas.microsoft.com/office/drawing/2014/main" id="{3EE468C4-B294-807A-9438-999532580D6D}"/>
              </a:ext>
            </a:extLst>
          </p:cNvPr>
          <p:cNvSpPr>
            <a:spLocks noGrp="1"/>
          </p:cNvSpPr>
          <p:nvPr>
            <p:ph idx="1"/>
          </p:nvPr>
        </p:nvSpPr>
        <p:spPr>
          <a:xfrm>
            <a:off x="2231136" y="2638045"/>
            <a:ext cx="7729728" cy="1615904"/>
          </a:xfrm>
        </p:spPr>
        <p:txBody>
          <a:bodyPr/>
          <a:lstStyle/>
          <a:p>
            <a:r>
              <a:rPr lang="en-US" dirty="0"/>
              <a:t>Allow you to embed variables and expressions into strings</a:t>
            </a:r>
          </a:p>
          <a:p>
            <a:r>
              <a:rPr lang="en-US" dirty="0"/>
              <a:t>Preface the string with an f and then use curly braces { } to indicate an expression or variable that should be inserted into the string</a:t>
            </a:r>
          </a:p>
          <a:p>
            <a:r>
              <a:rPr lang="en-US" dirty="0"/>
              <a:t>Example</a:t>
            </a:r>
          </a:p>
        </p:txBody>
      </p:sp>
      <p:sp>
        <p:nvSpPr>
          <p:cNvPr id="5" name="TextBox 4">
            <a:extLst>
              <a:ext uri="{FF2B5EF4-FFF2-40B4-BE49-F238E27FC236}">
                <a16:creationId xmlns:a16="http://schemas.microsoft.com/office/drawing/2014/main" id="{5FFA6662-96D2-77E8-6769-D2C35BF36A4F}"/>
              </a:ext>
            </a:extLst>
          </p:cNvPr>
          <p:cNvSpPr txBox="1"/>
          <p:nvPr/>
        </p:nvSpPr>
        <p:spPr>
          <a:xfrm>
            <a:off x="2398642" y="4528427"/>
            <a:ext cx="7381461" cy="1754326"/>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 x = 10</a:t>
            </a:r>
          </a:p>
          <a:p>
            <a:r>
              <a:rPr lang="en-US" dirty="0">
                <a:latin typeface="Courier New" panose="02070309020205020404" pitchFamily="49" charset="0"/>
                <a:cs typeface="Courier New" panose="02070309020205020404" pitchFamily="49" charset="0"/>
              </a:rPr>
              <a:t> y = 5</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result_str</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f"The</a:t>
            </a:r>
            <a:r>
              <a:rPr lang="en-US" dirty="0">
                <a:latin typeface="Courier New" panose="02070309020205020404" pitchFamily="49" charset="0"/>
                <a:cs typeface="Courier New" panose="02070309020205020404" pitchFamily="49" charset="0"/>
              </a:rPr>
              <a:t> sum of {x} and {y} is {</a:t>
            </a:r>
            <a:r>
              <a:rPr lang="en-US" dirty="0" err="1">
                <a:latin typeface="Courier New" panose="02070309020205020404" pitchFamily="49" charset="0"/>
                <a:cs typeface="Courier New" panose="02070309020205020404" pitchFamily="49" charset="0"/>
              </a:rPr>
              <a:t>x+y</a:t>
            </a:r>
            <a:r>
              <a:rPr lang="en-US" dirty="0">
                <a:latin typeface="Courier New" panose="02070309020205020404" pitchFamily="49" charset="0"/>
                <a:cs typeface="Courier New" panose="02070309020205020404" pitchFamily="49" charset="0"/>
              </a:rPr>
              <a:t>} or what is stored in z which is {z}"</a:t>
            </a:r>
          </a:p>
          <a:p>
            <a:br>
              <a:rPr lang="en-US" dirty="0"/>
            </a:br>
            <a:endParaRPr lang="en-US" dirty="0"/>
          </a:p>
        </p:txBody>
      </p:sp>
    </p:spTree>
    <p:extLst>
      <p:ext uri="{BB962C8B-B14F-4D97-AF65-F5344CB8AC3E}">
        <p14:creationId xmlns:p14="http://schemas.microsoft.com/office/powerpoint/2010/main" val="3250341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D71A0-BBB8-7D5C-5B45-617F4A4C4DC8}"/>
              </a:ext>
            </a:extLst>
          </p:cNvPr>
          <p:cNvSpPr>
            <a:spLocks noGrp="1"/>
          </p:cNvSpPr>
          <p:nvPr>
            <p:ph type="title"/>
          </p:nvPr>
        </p:nvSpPr>
        <p:spPr/>
        <p:txBody>
          <a:bodyPr/>
          <a:lstStyle/>
          <a:p>
            <a:r>
              <a:rPr lang="en-US" dirty="0"/>
              <a:t>Format Specifiers</a:t>
            </a:r>
          </a:p>
        </p:txBody>
      </p:sp>
      <p:sp>
        <p:nvSpPr>
          <p:cNvPr id="4" name="TextBox 3">
            <a:extLst>
              <a:ext uri="{FF2B5EF4-FFF2-40B4-BE49-F238E27FC236}">
                <a16:creationId xmlns:a16="http://schemas.microsoft.com/office/drawing/2014/main" id="{FE3A24B4-9967-6978-D174-91FF367231DB}"/>
              </a:ext>
            </a:extLst>
          </p:cNvPr>
          <p:cNvSpPr txBox="1"/>
          <p:nvPr/>
        </p:nvSpPr>
        <p:spPr>
          <a:xfrm>
            <a:off x="1044313" y="3705712"/>
            <a:ext cx="10799751" cy="2031325"/>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price = 123.4567</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formatted_price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f"Price</a:t>
            </a:r>
            <a:r>
              <a:rPr lang="en-US" dirty="0">
                <a:latin typeface="Courier New" panose="02070309020205020404" pitchFamily="49" charset="0"/>
                <a:cs typeface="Courier New" panose="02070309020205020404" pitchFamily="49" charset="0"/>
              </a:rPr>
              <a:t>: ${price:.2f}" # Two decimal places</a:t>
            </a:r>
          </a:p>
          <a:p>
            <a:r>
              <a:rPr lang="en-US" dirty="0">
                <a:latin typeface="Courier New" panose="02070309020205020404" pitchFamily="49" charset="0"/>
                <a:cs typeface="Courier New" panose="02070309020205020404" pitchFamily="49" charset="0"/>
              </a:rPr>
              <a:t> print(</a:t>
            </a:r>
            <a:r>
              <a:rPr lang="en-US" dirty="0" err="1">
                <a:latin typeface="Courier New" panose="02070309020205020404" pitchFamily="49" charset="0"/>
                <a:cs typeface="Courier New" panose="02070309020205020404" pitchFamily="49" charset="0"/>
              </a:rPr>
              <a:t>formatted_price</a:t>
            </a: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number = 7</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padded_number</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f"Number</a:t>
            </a:r>
            <a:r>
              <a:rPr lang="en-US" dirty="0">
                <a:latin typeface="Courier New" panose="02070309020205020404" pitchFamily="49" charset="0"/>
                <a:cs typeface="Courier New" panose="02070309020205020404" pitchFamily="49" charset="0"/>
              </a:rPr>
              <a:t>: {number:03d}" # Pad with leading zeros to 3 digits</a:t>
            </a:r>
          </a:p>
          <a:p>
            <a:r>
              <a:rPr lang="en-US" dirty="0">
                <a:latin typeface="Courier New" panose="02070309020205020404" pitchFamily="49" charset="0"/>
                <a:cs typeface="Courier New" panose="02070309020205020404" pitchFamily="49" charset="0"/>
              </a:rPr>
              <a:t> print(</a:t>
            </a:r>
            <a:r>
              <a:rPr lang="en-US" dirty="0" err="1">
                <a:latin typeface="Courier New" panose="02070309020205020404" pitchFamily="49" charset="0"/>
                <a:cs typeface="Courier New" panose="02070309020205020404" pitchFamily="49" charset="0"/>
              </a:rPr>
              <a:t>padded_number</a:t>
            </a:r>
            <a:r>
              <a:rPr lang="en-US"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E7CE359F-68E9-C292-78C7-7130E6162E4B}"/>
              </a:ext>
            </a:extLst>
          </p:cNvPr>
          <p:cNvSpPr txBox="1"/>
          <p:nvPr/>
        </p:nvSpPr>
        <p:spPr>
          <a:xfrm>
            <a:off x="1444487" y="2782957"/>
            <a:ext cx="10364889" cy="369332"/>
          </a:xfrm>
          <a:prstGeom prst="rect">
            <a:avLst/>
          </a:prstGeom>
          <a:noFill/>
        </p:spPr>
        <p:txBody>
          <a:bodyPr wrap="none" rtlCol="0">
            <a:spAutoFit/>
          </a:bodyPr>
          <a:lstStyle/>
          <a:p>
            <a:pPr marL="285750" indent="-285750">
              <a:buFont typeface="Arial" panose="020B0604020202020204" pitchFamily="34" charset="0"/>
              <a:buChar char="•"/>
            </a:pPr>
            <a:r>
              <a:rPr lang="en-US" dirty="0"/>
              <a:t>Control the presentation of values such as number of decimal places for floating point values or alignment</a:t>
            </a:r>
          </a:p>
        </p:txBody>
      </p:sp>
    </p:spTree>
    <p:extLst>
      <p:ext uri="{BB962C8B-B14F-4D97-AF65-F5344CB8AC3E}">
        <p14:creationId xmlns:p14="http://schemas.microsoft.com/office/powerpoint/2010/main" val="4219095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B722D-FBDA-AB4C-AD75-4B75252FD367}"/>
              </a:ext>
            </a:extLst>
          </p:cNvPr>
          <p:cNvSpPr>
            <a:spLocks noGrp="1"/>
          </p:cNvSpPr>
          <p:nvPr>
            <p:ph type="title"/>
          </p:nvPr>
        </p:nvSpPr>
        <p:spPr/>
        <p:txBody>
          <a:bodyPr/>
          <a:lstStyle/>
          <a:p>
            <a:r>
              <a:rPr lang="en-US" dirty="0"/>
              <a:t>Self-Check</a:t>
            </a:r>
          </a:p>
        </p:txBody>
      </p:sp>
      <p:sp>
        <p:nvSpPr>
          <p:cNvPr id="3" name="Content Placeholder 2">
            <a:extLst>
              <a:ext uri="{FF2B5EF4-FFF2-40B4-BE49-F238E27FC236}">
                <a16:creationId xmlns:a16="http://schemas.microsoft.com/office/drawing/2014/main" id="{EA577B35-F13E-53EE-2720-97DCAF849D8F}"/>
              </a:ext>
            </a:extLst>
          </p:cNvPr>
          <p:cNvSpPr>
            <a:spLocks noGrp="1"/>
          </p:cNvSpPr>
          <p:nvPr>
            <p:ph idx="1"/>
          </p:nvPr>
        </p:nvSpPr>
        <p:spPr/>
        <p:txBody>
          <a:bodyPr/>
          <a:lstStyle/>
          <a:p>
            <a:r>
              <a:rPr lang="en-US" dirty="0">
                <a:cs typeface="Courier New" panose="02070309020205020404" pitchFamily="49" charset="0"/>
              </a:rPr>
              <a:t>Consider you have files named as follows:</a:t>
            </a:r>
          </a:p>
          <a:p>
            <a:r>
              <a:rPr lang="en-US" dirty="0">
                <a:latin typeface="Courier New" panose="02070309020205020404" pitchFamily="49" charset="0"/>
                <a:cs typeface="Courier New" panose="02070309020205020404" pitchFamily="49" charset="0"/>
              </a:rPr>
              <a:t>file001.txt, file002.txt, … file999.txt </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Given an integer variable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file_num</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(between 1 and 999) construct the appropriate file name (string) as per above.</a:t>
            </a:r>
          </a:p>
        </p:txBody>
      </p:sp>
    </p:spTree>
    <p:extLst>
      <p:ext uri="{BB962C8B-B14F-4D97-AF65-F5344CB8AC3E}">
        <p14:creationId xmlns:p14="http://schemas.microsoft.com/office/powerpoint/2010/main" val="77982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1368-1A75-4577-EAC6-7873AFC85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8E91F-3991-7C73-BEE5-ADB4FF2FF80C}"/>
              </a:ext>
            </a:extLst>
          </p:cNvPr>
          <p:cNvSpPr>
            <a:spLocks noGrp="1"/>
          </p:cNvSpPr>
          <p:nvPr>
            <p:ph type="title"/>
          </p:nvPr>
        </p:nvSpPr>
        <p:spPr/>
        <p:txBody>
          <a:bodyPr/>
          <a:lstStyle/>
          <a:p>
            <a:r>
              <a:rPr lang="en-US" dirty="0"/>
              <a:t>Self-Check</a:t>
            </a:r>
          </a:p>
        </p:txBody>
      </p:sp>
      <p:sp>
        <p:nvSpPr>
          <p:cNvPr id="3" name="Content Placeholder 2">
            <a:extLst>
              <a:ext uri="{FF2B5EF4-FFF2-40B4-BE49-F238E27FC236}">
                <a16:creationId xmlns:a16="http://schemas.microsoft.com/office/drawing/2014/main" id="{E7574DE4-CF48-5BD0-F4DB-65D73E2DE0CC}"/>
              </a:ext>
            </a:extLst>
          </p:cNvPr>
          <p:cNvSpPr>
            <a:spLocks noGrp="1"/>
          </p:cNvSpPr>
          <p:nvPr>
            <p:ph idx="1"/>
          </p:nvPr>
        </p:nvSpPr>
        <p:spPr/>
        <p:txBody>
          <a:bodyPr/>
          <a:lstStyle/>
          <a:p>
            <a:r>
              <a:rPr lang="en-US" dirty="0">
                <a:cs typeface="Courier New" panose="02070309020205020404" pitchFamily="49" charset="0"/>
              </a:rPr>
              <a:t>Consider you have files named as follows:</a:t>
            </a:r>
          </a:p>
          <a:p>
            <a:r>
              <a:rPr lang="en-US" dirty="0">
                <a:latin typeface="Courier New" panose="02070309020205020404" pitchFamily="49" charset="0"/>
                <a:cs typeface="Courier New" panose="02070309020205020404" pitchFamily="49" charset="0"/>
              </a:rPr>
              <a:t>file001.txt, file002.txt, … file999.txt </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Given an integer variable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file_num</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(between 1 and 999) construct the appropriate file name (string) as per above.</a:t>
            </a:r>
          </a:p>
        </p:txBody>
      </p:sp>
      <p:sp>
        <p:nvSpPr>
          <p:cNvPr id="4" name="TextBox 3">
            <a:extLst>
              <a:ext uri="{FF2B5EF4-FFF2-40B4-BE49-F238E27FC236}">
                <a16:creationId xmlns:a16="http://schemas.microsoft.com/office/drawing/2014/main" id="{4750F8A5-967D-C91D-9A77-D23F5FF3DA28}"/>
              </a:ext>
            </a:extLst>
          </p:cNvPr>
          <p:cNvSpPr txBox="1"/>
          <p:nvPr/>
        </p:nvSpPr>
        <p:spPr>
          <a:xfrm>
            <a:off x="2946400" y="5370695"/>
            <a:ext cx="7189789" cy="461665"/>
          </a:xfrm>
          <a:prstGeom prst="rect">
            <a:avLst/>
          </a:prstGeom>
          <a:noFill/>
        </p:spPr>
        <p:txBody>
          <a:bodyPr wrap="none" rtlCol="0">
            <a:spAutoFit/>
          </a:bodyPr>
          <a:lstStyle/>
          <a:p>
            <a:r>
              <a:rPr lang="en-US" sz="2400" dirty="0" err="1">
                <a:latin typeface="Courier New" panose="02070309020205020404" pitchFamily="49" charset="0"/>
                <a:cs typeface="Courier New" panose="02070309020205020404" pitchFamily="49" charset="0"/>
              </a:rPr>
              <a:t>file_name</a:t>
            </a:r>
            <a:r>
              <a:rPr lang="en-US" sz="2400" dirty="0">
                <a:latin typeface="Courier New" panose="02070309020205020404" pitchFamily="49" charset="0"/>
                <a:cs typeface="Courier New" panose="02070309020205020404" pitchFamily="49" charset="0"/>
              </a:rPr>
              <a:t> = </a:t>
            </a:r>
            <a:r>
              <a:rPr lang="en-US" sz="2400" dirty="0" err="1">
                <a:latin typeface="Courier New" panose="02070309020205020404" pitchFamily="49" charset="0"/>
                <a:cs typeface="Courier New" panose="02070309020205020404" pitchFamily="49" charset="0"/>
              </a:rPr>
              <a:t>f“file</a:t>
            </a:r>
            <a:r>
              <a:rPr lang="en-US" sz="2400" dirty="0">
                <a:latin typeface="Courier New" panose="02070309020205020404" pitchFamily="49" charset="0"/>
                <a:cs typeface="Courier New" panose="02070309020205020404" pitchFamily="49" charset="0"/>
              </a:rPr>
              <a:t>{file_num:03d}.txt”</a:t>
            </a:r>
          </a:p>
        </p:txBody>
      </p:sp>
    </p:spTree>
    <p:extLst>
      <p:ext uri="{BB962C8B-B14F-4D97-AF65-F5344CB8AC3E}">
        <p14:creationId xmlns:p14="http://schemas.microsoft.com/office/powerpoint/2010/main" val="2384873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DE372-BD78-189B-BD48-4BB577A8F732}"/>
              </a:ext>
            </a:extLst>
          </p:cNvPr>
          <p:cNvSpPr>
            <a:spLocks noGrp="1"/>
          </p:cNvSpPr>
          <p:nvPr>
            <p:ph type="title"/>
          </p:nvPr>
        </p:nvSpPr>
        <p:spPr/>
        <p:txBody>
          <a:bodyPr/>
          <a:lstStyle/>
          <a:p>
            <a:r>
              <a:rPr lang="en-US" dirty="0"/>
              <a:t>input</a:t>
            </a:r>
          </a:p>
        </p:txBody>
      </p:sp>
      <p:sp>
        <p:nvSpPr>
          <p:cNvPr id="3" name="Content Placeholder 2">
            <a:extLst>
              <a:ext uri="{FF2B5EF4-FFF2-40B4-BE49-F238E27FC236}">
                <a16:creationId xmlns:a16="http://schemas.microsoft.com/office/drawing/2014/main" id="{13CE6077-7914-1CC9-9067-B94F8644A570}"/>
              </a:ext>
            </a:extLst>
          </p:cNvPr>
          <p:cNvSpPr>
            <a:spLocks noGrp="1"/>
          </p:cNvSpPr>
          <p:nvPr>
            <p:ph idx="1"/>
          </p:nvPr>
        </p:nvSpPr>
        <p:spPr>
          <a:xfrm>
            <a:off x="2231136" y="2638044"/>
            <a:ext cx="8450116" cy="3736252"/>
          </a:xfrm>
        </p:spPr>
        <p:txBody>
          <a:bodyPr>
            <a:normAutofit/>
          </a:bodyPr>
          <a:lstStyle/>
          <a:p>
            <a:r>
              <a:rPr lang="en-US" dirty="0"/>
              <a:t>User input from the keyboard can be accepted using the </a:t>
            </a:r>
            <a:r>
              <a:rPr lang="en-US" dirty="0">
                <a:latin typeface="Courier New" panose="02070309020205020404" pitchFamily="49" charset="0"/>
                <a:cs typeface="Courier New" panose="02070309020205020404" pitchFamily="49" charset="0"/>
              </a:rPr>
              <a:t>input() </a:t>
            </a:r>
            <a:r>
              <a:rPr lang="en-US" dirty="0"/>
              <a:t>function</a:t>
            </a:r>
          </a:p>
          <a:p>
            <a:r>
              <a:rPr lang="en-US" dirty="0"/>
              <a:t>The function accepts a prompt that is displayed to the console</a:t>
            </a:r>
          </a:p>
          <a:p>
            <a:pPr lvl="1"/>
            <a:r>
              <a:rPr lang="en-US" dirty="0">
                <a:latin typeface="Courier New" panose="02070309020205020404" pitchFamily="49" charset="0"/>
                <a:cs typeface="Courier New" panose="02070309020205020404" pitchFamily="49" charset="0"/>
              </a:rPr>
              <a:t>name = input(“Enter your name:”)</a:t>
            </a:r>
          </a:p>
          <a:p>
            <a:r>
              <a:rPr lang="en-US" dirty="0"/>
              <a:t>All input is returned as a string </a:t>
            </a:r>
          </a:p>
          <a:p>
            <a:r>
              <a:rPr lang="en-US" dirty="0"/>
              <a:t>If numbers are intended as input they will have to be converted to integers or floats explicitly</a:t>
            </a:r>
          </a:p>
          <a:p>
            <a:pPr marL="228600" lvl="1" indent="0">
              <a:buNone/>
            </a:pPr>
            <a:r>
              <a:rPr lang="en-US" dirty="0">
                <a:latin typeface="Courier New" panose="02070309020205020404" pitchFamily="49" charset="0"/>
                <a:cs typeface="Courier New" panose="02070309020205020404" pitchFamily="49" charset="0"/>
              </a:rPr>
              <a:t>age = input(“Enter your age”)</a:t>
            </a:r>
          </a:p>
          <a:p>
            <a:pPr marL="228600" lvl="1" indent="0">
              <a:buNone/>
            </a:pPr>
            <a:r>
              <a:rPr lang="en-US" dirty="0" err="1">
                <a:latin typeface="Courier New" panose="02070309020205020404" pitchFamily="49" charset="0"/>
                <a:cs typeface="Courier New" panose="02070309020205020404" pitchFamily="49" charset="0"/>
              </a:rPr>
              <a:t>age_int</a:t>
            </a:r>
            <a:r>
              <a:rPr lang="en-US" dirty="0">
                <a:latin typeface="Courier New" panose="02070309020205020404" pitchFamily="49" charset="0"/>
                <a:cs typeface="Courier New" panose="02070309020205020404" pitchFamily="49" charset="0"/>
              </a:rPr>
              <a:t> = int(age)</a:t>
            </a:r>
          </a:p>
          <a:p>
            <a:pPr marL="228600" lvl="1"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f”On</a:t>
            </a:r>
            <a:r>
              <a:rPr lang="en-US" dirty="0">
                <a:latin typeface="Courier New" panose="02070309020205020404" pitchFamily="49" charset="0"/>
                <a:cs typeface="Courier New" panose="02070309020205020404" pitchFamily="49" charset="0"/>
              </a:rPr>
              <a:t> your next birthday you will turn {</a:t>
            </a:r>
            <a:r>
              <a:rPr lang="en-US" dirty="0" err="1">
                <a:latin typeface="Courier New" panose="02070309020205020404" pitchFamily="49" charset="0"/>
                <a:cs typeface="Courier New" panose="02070309020205020404" pitchFamily="49" charset="0"/>
              </a:rPr>
              <a:t>age_int</a:t>
            </a:r>
            <a:r>
              <a:rPr lang="en-US" dirty="0">
                <a:latin typeface="Courier New" panose="02070309020205020404" pitchFamily="49" charset="0"/>
                <a:cs typeface="Courier New" panose="02070309020205020404" pitchFamily="49" charset="0"/>
              </a:rPr>
              <a:t> + 1}”)  </a:t>
            </a:r>
          </a:p>
        </p:txBody>
      </p:sp>
      <p:cxnSp>
        <p:nvCxnSpPr>
          <p:cNvPr id="5" name="Straight Arrow Connector 4">
            <a:extLst>
              <a:ext uri="{FF2B5EF4-FFF2-40B4-BE49-F238E27FC236}">
                <a16:creationId xmlns:a16="http://schemas.microsoft.com/office/drawing/2014/main" id="{85AFFD6C-6A4A-6092-014C-9B72370E9B0F}"/>
              </a:ext>
            </a:extLst>
          </p:cNvPr>
          <p:cNvCxnSpPr>
            <a:cxnSpLocks/>
          </p:cNvCxnSpPr>
          <p:nvPr/>
        </p:nvCxnSpPr>
        <p:spPr>
          <a:xfrm flipV="1">
            <a:off x="1722783" y="5168348"/>
            <a:ext cx="1060174" cy="477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E45CCA67-B6B0-20C0-5EDC-93018A0E2B42}"/>
              </a:ext>
            </a:extLst>
          </p:cNvPr>
          <p:cNvSpPr txBox="1"/>
          <p:nvPr/>
        </p:nvSpPr>
        <p:spPr>
          <a:xfrm>
            <a:off x="1271318" y="5555361"/>
            <a:ext cx="705642" cy="369332"/>
          </a:xfrm>
          <a:prstGeom prst="rect">
            <a:avLst/>
          </a:prstGeom>
          <a:noFill/>
          <a:ln>
            <a:solidFill>
              <a:schemeClr val="accent1"/>
            </a:solidFill>
          </a:ln>
        </p:spPr>
        <p:txBody>
          <a:bodyPr wrap="none" rtlCol="0">
            <a:spAutoFit/>
          </a:bodyPr>
          <a:lstStyle/>
          <a:p>
            <a:r>
              <a:rPr lang="en-US" dirty="0"/>
              <a:t>string</a:t>
            </a:r>
          </a:p>
        </p:txBody>
      </p:sp>
      <p:cxnSp>
        <p:nvCxnSpPr>
          <p:cNvPr id="9" name="Straight Arrow Connector 8">
            <a:extLst>
              <a:ext uri="{FF2B5EF4-FFF2-40B4-BE49-F238E27FC236}">
                <a16:creationId xmlns:a16="http://schemas.microsoft.com/office/drawing/2014/main" id="{0A23B97D-D87B-AA79-7695-11C63DD66787}"/>
              </a:ext>
            </a:extLst>
          </p:cNvPr>
          <p:cNvCxnSpPr/>
          <p:nvPr/>
        </p:nvCxnSpPr>
        <p:spPr>
          <a:xfrm flipH="1">
            <a:off x="4770783" y="5393635"/>
            <a:ext cx="23588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0D49C00-C34D-61AA-5C3E-A2E1D7D1223E}"/>
              </a:ext>
            </a:extLst>
          </p:cNvPr>
          <p:cNvSpPr txBox="1"/>
          <p:nvPr/>
        </p:nvSpPr>
        <p:spPr>
          <a:xfrm>
            <a:off x="7129670" y="5168348"/>
            <a:ext cx="1542153" cy="369332"/>
          </a:xfrm>
          <a:prstGeom prst="rect">
            <a:avLst/>
          </a:prstGeom>
          <a:noFill/>
          <a:ln>
            <a:solidFill>
              <a:schemeClr val="accent1"/>
            </a:solidFill>
          </a:ln>
        </p:spPr>
        <p:txBody>
          <a:bodyPr wrap="none" rtlCol="0">
            <a:spAutoFit/>
          </a:bodyPr>
          <a:lstStyle/>
          <a:p>
            <a:r>
              <a:rPr lang="en-US" dirty="0"/>
              <a:t>Convert to int</a:t>
            </a:r>
          </a:p>
        </p:txBody>
      </p:sp>
    </p:spTree>
    <p:extLst>
      <p:ext uri="{BB962C8B-B14F-4D97-AF65-F5344CB8AC3E}">
        <p14:creationId xmlns:p14="http://schemas.microsoft.com/office/powerpoint/2010/main" val="2814860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18FBE-4DD5-EC01-0BE6-5C66B3D20FB6}"/>
              </a:ext>
            </a:extLst>
          </p:cNvPr>
          <p:cNvSpPr>
            <a:spLocks noGrp="1"/>
          </p:cNvSpPr>
          <p:nvPr>
            <p:ph type="title"/>
          </p:nvPr>
        </p:nvSpPr>
        <p:spPr/>
        <p:txBody>
          <a:bodyPr/>
          <a:lstStyle/>
          <a:p>
            <a:r>
              <a:rPr lang="en-US" dirty="0"/>
              <a:t>Self Check</a:t>
            </a:r>
          </a:p>
        </p:txBody>
      </p:sp>
      <p:sp>
        <p:nvSpPr>
          <p:cNvPr id="3" name="Content Placeholder 2">
            <a:extLst>
              <a:ext uri="{FF2B5EF4-FFF2-40B4-BE49-F238E27FC236}">
                <a16:creationId xmlns:a16="http://schemas.microsoft.com/office/drawing/2014/main" id="{19CF90C8-C8A0-8087-A2C8-AB14C9E6F45B}"/>
              </a:ext>
            </a:extLst>
          </p:cNvPr>
          <p:cNvSpPr>
            <a:spLocks noGrp="1"/>
          </p:cNvSpPr>
          <p:nvPr>
            <p:ph idx="1"/>
          </p:nvPr>
        </p:nvSpPr>
        <p:spPr/>
        <p:txBody>
          <a:bodyPr/>
          <a:lstStyle/>
          <a:p>
            <a:r>
              <a:rPr lang="en-US" dirty="0"/>
              <a:t>What is the output?</a:t>
            </a:r>
          </a:p>
        </p:txBody>
      </p:sp>
      <p:sp>
        <p:nvSpPr>
          <p:cNvPr id="5" name="TextBox 4">
            <a:extLst>
              <a:ext uri="{FF2B5EF4-FFF2-40B4-BE49-F238E27FC236}">
                <a16:creationId xmlns:a16="http://schemas.microsoft.com/office/drawing/2014/main" id="{310D1E3D-2B38-EFAF-1A12-11294DC2B61A}"/>
              </a:ext>
            </a:extLst>
          </p:cNvPr>
          <p:cNvSpPr txBox="1"/>
          <p:nvPr/>
        </p:nvSpPr>
        <p:spPr>
          <a:xfrm>
            <a:off x="2231136" y="3542704"/>
            <a:ext cx="9037982" cy="646331"/>
          </a:xfrm>
          <a:prstGeom prst="rect">
            <a:avLst/>
          </a:prstGeom>
          <a:noFill/>
        </p:spPr>
        <p:txBody>
          <a:bodyPr wrap="square">
            <a:spAutoFit/>
          </a:bodyPr>
          <a:lstStyle/>
          <a:p>
            <a:pPr marL="228600" lvl="1" indent="0">
              <a:buNone/>
            </a:pPr>
            <a:r>
              <a:rPr lang="en-US" dirty="0">
                <a:latin typeface="Courier New" panose="02070309020205020404" pitchFamily="49" charset="0"/>
                <a:cs typeface="Courier New" panose="02070309020205020404" pitchFamily="49" charset="0"/>
              </a:rPr>
              <a:t>age = input(“Enter your age”)</a:t>
            </a:r>
          </a:p>
          <a:p>
            <a:pPr marL="228600" lvl="1" indent="0">
              <a:buNone/>
            </a:pPr>
            <a:r>
              <a:rPr lang="en-US" dirty="0">
                <a:latin typeface="Courier New" panose="02070309020205020404" pitchFamily="49" charset="0"/>
                <a:cs typeface="Courier New" panose="02070309020205020404" pitchFamily="49" charset="0"/>
              </a:rPr>
              <a:t>print(</a:t>
            </a:r>
            <a:r>
              <a:rPr lang="en-US" dirty="0" err="1">
                <a:latin typeface="Courier New" panose="02070309020205020404" pitchFamily="49" charset="0"/>
                <a:cs typeface="Courier New" panose="02070309020205020404" pitchFamily="49" charset="0"/>
              </a:rPr>
              <a:t>f”On</a:t>
            </a:r>
            <a:r>
              <a:rPr lang="en-US" dirty="0">
                <a:latin typeface="Courier New" panose="02070309020205020404" pitchFamily="49" charset="0"/>
                <a:cs typeface="Courier New" panose="02070309020205020404" pitchFamily="49" charset="0"/>
              </a:rPr>
              <a:t> your next birthday you will turn {age + 1}”  </a:t>
            </a:r>
          </a:p>
        </p:txBody>
      </p:sp>
    </p:spTree>
    <p:extLst>
      <p:ext uri="{BB962C8B-B14F-4D97-AF65-F5344CB8AC3E}">
        <p14:creationId xmlns:p14="http://schemas.microsoft.com/office/powerpoint/2010/main" val="1703524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47878-CEEA-B237-1A13-732D6C7F4E53}"/>
              </a:ext>
            </a:extLst>
          </p:cNvPr>
          <p:cNvSpPr>
            <a:spLocks noGrp="1"/>
          </p:cNvSpPr>
          <p:nvPr>
            <p:ph type="title"/>
          </p:nvPr>
        </p:nvSpPr>
        <p:spPr/>
        <p:txBody>
          <a:bodyPr/>
          <a:lstStyle/>
          <a:p>
            <a:r>
              <a:rPr lang="en-US" dirty="0"/>
              <a:t>Converting input to Int</a:t>
            </a:r>
          </a:p>
        </p:txBody>
      </p:sp>
      <p:sp>
        <p:nvSpPr>
          <p:cNvPr id="3" name="Content Placeholder 2">
            <a:extLst>
              <a:ext uri="{FF2B5EF4-FFF2-40B4-BE49-F238E27FC236}">
                <a16:creationId xmlns:a16="http://schemas.microsoft.com/office/drawing/2014/main" id="{3BF4DEE9-2334-19CE-EBDB-51AE1BFC0EDB}"/>
              </a:ext>
            </a:extLst>
          </p:cNvPr>
          <p:cNvSpPr>
            <a:spLocks noGrp="1"/>
          </p:cNvSpPr>
          <p:nvPr>
            <p:ph idx="1"/>
          </p:nvPr>
        </p:nvSpPr>
        <p:spPr/>
        <p:txBody>
          <a:bodyPr/>
          <a:lstStyle/>
          <a:p>
            <a:r>
              <a:rPr lang="en-US" dirty="0"/>
              <a:t>Recall that input is read in as a String. </a:t>
            </a:r>
          </a:p>
          <a:p>
            <a:r>
              <a:rPr lang="en-US" dirty="0"/>
              <a:t>We have to convert it to an integer. </a:t>
            </a:r>
          </a:p>
          <a:p>
            <a:pPr lvl="1"/>
            <a:r>
              <a:rPr lang="en-US" dirty="0"/>
              <a:t>“3” is not 3</a:t>
            </a:r>
          </a:p>
          <a:p>
            <a:endParaRPr lang="en-US" dirty="0"/>
          </a:p>
          <a:p>
            <a:r>
              <a:rPr lang="en-US" dirty="0" err="1">
                <a:latin typeface="Courier New" panose="02070309020205020404" pitchFamily="49" charset="0"/>
                <a:cs typeface="Courier New" panose="02070309020205020404" pitchFamily="49" charset="0"/>
              </a:rPr>
              <a:t>current_value_str</a:t>
            </a:r>
            <a:r>
              <a:rPr lang="en-US" dirty="0">
                <a:latin typeface="Courier New" panose="02070309020205020404" pitchFamily="49" charset="0"/>
                <a:cs typeface="Courier New" panose="02070309020205020404" pitchFamily="49" charset="0"/>
              </a:rPr>
              <a:t> = input(“Enter a value”)</a:t>
            </a:r>
          </a:p>
          <a:p>
            <a:r>
              <a:rPr lang="en-US" dirty="0" err="1">
                <a:latin typeface="Courier New" panose="02070309020205020404" pitchFamily="49" charset="0"/>
                <a:cs typeface="Courier New" panose="02070309020205020404" pitchFamily="49" charset="0"/>
              </a:rPr>
              <a:t>current_value</a:t>
            </a:r>
            <a:r>
              <a:rPr lang="en-US" dirty="0">
                <a:latin typeface="Courier New" panose="02070309020205020404" pitchFamily="49" charset="0"/>
                <a:cs typeface="Courier New" panose="02070309020205020404" pitchFamily="49" charset="0"/>
              </a:rPr>
              <a:t> = int (</a:t>
            </a:r>
            <a:r>
              <a:rPr lang="en-US" dirty="0" err="1">
                <a:latin typeface="Courier New" panose="02070309020205020404" pitchFamily="49" charset="0"/>
                <a:cs typeface="Courier New" panose="02070309020205020404" pitchFamily="49" charset="0"/>
              </a:rPr>
              <a:t>current_value_str</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07264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CC895-52B9-69E1-09ED-8464C60D4420}"/>
              </a:ext>
            </a:extLst>
          </p:cNvPr>
          <p:cNvSpPr>
            <a:spLocks noGrp="1"/>
          </p:cNvSpPr>
          <p:nvPr>
            <p:ph type="title"/>
          </p:nvPr>
        </p:nvSpPr>
        <p:spPr/>
        <p:txBody>
          <a:bodyPr/>
          <a:lstStyle/>
          <a:p>
            <a:r>
              <a:rPr lang="en-US" dirty="0"/>
              <a:t>Find a Partner</a:t>
            </a:r>
          </a:p>
        </p:txBody>
      </p:sp>
      <p:sp>
        <p:nvSpPr>
          <p:cNvPr id="3" name="Content Placeholder 2">
            <a:extLst>
              <a:ext uri="{FF2B5EF4-FFF2-40B4-BE49-F238E27FC236}">
                <a16:creationId xmlns:a16="http://schemas.microsoft.com/office/drawing/2014/main" id="{8B6CD7A1-5D06-2DEF-7E5D-0E54F054732D}"/>
              </a:ext>
            </a:extLst>
          </p:cNvPr>
          <p:cNvSpPr>
            <a:spLocks noGrp="1"/>
          </p:cNvSpPr>
          <p:nvPr>
            <p:ph idx="1"/>
          </p:nvPr>
        </p:nvSpPr>
        <p:spPr/>
        <p:txBody>
          <a:bodyPr/>
          <a:lstStyle/>
          <a:p>
            <a:r>
              <a:rPr lang="en-CA" dirty="0"/>
              <a:t>Write a program to ask the user to enter 3 floating point numbers and then print the average.</a:t>
            </a:r>
          </a:p>
          <a:p>
            <a:r>
              <a:rPr lang="en-CA" dirty="0"/>
              <a:t>The user should enter them one after the other (not all on the same input)</a:t>
            </a:r>
          </a:p>
          <a:p>
            <a:r>
              <a:rPr lang="en-CA" dirty="0"/>
              <a:t>Make use of the += (add and assign operator) as part of your solution.</a:t>
            </a:r>
          </a:p>
          <a:p>
            <a:endParaRPr lang="en-US" dirty="0"/>
          </a:p>
        </p:txBody>
      </p:sp>
    </p:spTree>
    <p:extLst>
      <p:ext uri="{BB962C8B-B14F-4D97-AF65-F5344CB8AC3E}">
        <p14:creationId xmlns:p14="http://schemas.microsoft.com/office/powerpoint/2010/main" val="337033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77EEE-A7AE-1B20-83CE-36C7ACB15197}"/>
              </a:ext>
            </a:extLst>
          </p:cNvPr>
          <p:cNvSpPr>
            <a:spLocks noGrp="1"/>
          </p:cNvSpPr>
          <p:nvPr>
            <p:ph type="title"/>
          </p:nvPr>
        </p:nvSpPr>
        <p:spPr/>
        <p:txBody>
          <a:bodyPr/>
          <a:lstStyle/>
          <a:p>
            <a:r>
              <a:rPr lang="en-US" dirty="0"/>
              <a:t>Volunteers</a:t>
            </a:r>
          </a:p>
        </p:txBody>
      </p:sp>
      <p:sp>
        <p:nvSpPr>
          <p:cNvPr id="3" name="Content Placeholder 2">
            <a:extLst>
              <a:ext uri="{FF2B5EF4-FFF2-40B4-BE49-F238E27FC236}">
                <a16:creationId xmlns:a16="http://schemas.microsoft.com/office/drawing/2014/main" id="{C2F30852-E261-7701-B8D8-509CB20269B1}"/>
              </a:ext>
            </a:extLst>
          </p:cNvPr>
          <p:cNvSpPr>
            <a:spLocks noGrp="1"/>
          </p:cNvSpPr>
          <p:nvPr>
            <p:ph idx="1"/>
          </p:nvPr>
        </p:nvSpPr>
        <p:spPr/>
        <p:txBody>
          <a:bodyPr>
            <a:normAutofit/>
          </a:bodyPr>
          <a:lstStyle/>
          <a:p>
            <a:r>
              <a:rPr lang="en-US" sz="2400" dirty="0"/>
              <a:t>Some volunteers to share their solutions to the average </a:t>
            </a:r>
            <a:r>
              <a:rPr lang="en-US" sz="2400"/>
              <a:t>of 3 </a:t>
            </a:r>
            <a:r>
              <a:rPr lang="en-US" sz="2400" dirty="0"/>
              <a:t>numbers problem </a:t>
            </a:r>
          </a:p>
          <a:p>
            <a:pPr lvl="1"/>
            <a:r>
              <a:rPr lang="en-US" sz="2000" dirty="0"/>
              <a:t>On the board or with a share to google </a:t>
            </a:r>
            <a:r>
              <a:rPr lang="en-US" sz="2000" dirty="0" err="1"/>
              <a:t>colab</a:t>
            </a:r>
            <a:r>
              <a:rPr lang="en-US" sz="2000" dirty="0"/>
              <a:t> </a:t>
            </a:r>
          </a:p>
        </p:txBody>
      </p:sp>
    </p:spTree>
    <p:extLst>
      <p:ext uri="{BB962C8B-B14F-4D97-AF65-F5344CB8AC3E}">
        <p14:creationId xmlns:p14="http://schemas.microsoft.com/office/powerpoint/2010/main" val="125399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Stack of magazines on table">
            <a:extLst>
              <a:ext uri="{FF2B5EF4-FFF2-40B4-BE49-F238E27FC236}">
                <a16:creationId xmlns:a16="http://schemas.microsoft.com/office/drawing/2014/main" id="{AE66BA48-830E-41A8-6BE8-4C55889C2E02}"/>
              </a:ext>
            </a:extLst>
          </p:cNvPr>
          <p:cNvPicPr>
            <a:picLocks noChangeAspect="1"/>
          </p:cNvPicPr>
          <p:nvPr/>
        </p:nvPicPr>
        <p:blipFill>
          <a:blip r:embed="rId2"/>
          <a:srcRect l="36668" r="3997" b="-1"/>
          <a:stretch>
            <a:fillRect/>
          </a:stretch>
        </p:blipFill>
        <p:spPr>
          <a:xfrm>
            <a:off x="642" y="10"/>
            <a:ext cx="6096000" cy="6857990"/>
          </a:xfrm>
          <a:prstGeom prst="rect">
            <a:avLst/>
          </a:prstGeom>
        </p:spPr>
      </p:pic>
      <p:sp>
        <p:nvSpPr>
          <p:cNvPr id="2" name="Title 1">
            <a:extLst>
              <a:ext uri="{FF2B5EF4-FFF2-40B4-BE49-F238E27FC236}">
                <a16:creationId xmlns:a16="http://schemas.microsoft.com/office/drawing/2014/main" id="{C1D462BB-144F-C6D4-1298-0E875AD8A98C}"/>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US" sz="2400">
                <a:solidFill>
                  <a:schemeClr val="bg1"/>
                </a:solidFill>
              </a:rPr>
              <a:t>Readability Pause</a:t>
            </a:r>
          </a:p>
        </p:txBody>
      </p:sp>
      <p:sp>
        <p:nvSpPr>
          <p:cNvPr id="3" name="Content Placeholder 2">
            <a:extLst>
              <a:ext uri="{FF2B5EF4-FFF2-40B4-BE49-F238E27FC236}">
                <a16:creationId xmlns:a16="http://schemas.microsoft.com/office/drawing/2014/main" id="{3D76B540-3CCB-6384-7D9C-9A569856C9C1}"/>
              </a:ext>
            </a:extLst>
          </p:cNvPr>
          <p:cNvSpPr>
            <a:spLocks noGrp="1"/>
          </p:cNvSpPr>
          <p:nvPr>
            <p:ph idx="1"/>
          </p:nvPr>
        </p:nvSpPr>
        <p:spPr>
          <a:xfrm>
            <a:off x="6743941" y="976129"/>
            <a:ext cx="4804931" cy="4919815"/>
          </a:xfrm>
        </p:spPr>
        <p:txBody>
          <a:bodyPr anchor="ctr">
            <a:normAutofit/>
          </a:bodyPr>
          <a:lstStyle/>
          <a:p>
            <a:r>
              <a:rPr lang="en-US" dirty="0"/>
              <a:t>It is important to write code that is easy to understand, interpret and read</a:t>
            </a:r>
          </a:p>
        </p:txBody>
      </p:sp>
    </p:spTree>
    <p:extLst>
      <p:ext uri="{BB962C8B-B14F-4D97-AF65-F5344CB8AC3E}">
        <p14:creationId xmlns:p14="http://schemas.microsoft.com/office/powerpoint/2010/main" val="2961703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C10C0-A099-7D6A-0E00-4615C37F019E}"/>
              </a:ext>
            </a:extLst>
          </p:cNvPr>
          <p:cNvSpPr>
            <a:spLocks noGrp="1"/>
          </p:cNvSpPr>
          <p:nvPr>
            <p:ph type="title"/>
          </p:nvPr>
        </p:nvSpPr>
        <p:spPr/>
        <p:txBody>
          <a:bodyPr/>
          <a:lstStyle/>
          <a:p>
            <a:r>
              <a:rPr lang="en-US" dirty="0"/>
              <a:t>Variable Names</a:t>
            </a:r>
          </a:p>
        </p:txBody>
      </p:sp>
      <p:sp>
        <p:nvSpPr>
          <p:cNvPr id="3" name="Content Placeholder 2">
            <a:extLst>
              <a:ext uri="{FF2B5EF4-FFF2-40B4-BE49-F238E27FC236}">
                <a16:creationId xmlns:a16="http://schemas.microsoft.com/office/drawing/2014/main" id="{C18657D5-0AA2-0792-E18A-944C28EC74B8}"/>
              </a:ext>
            </a:extLst>
          </p:cNvPr>
          <p:cNvSpPr>
            <a:spLocks noGrp="1"/>
          </p:cNvSpPr>
          <p:nvPr>
            <p:ph idx="1"/>
          </p:nvPr>
        </p:nvSpPr>
        <p:spPr>
          <a:xfrm>
            <a:off x="2231136" y="2638044"/>
            <a:ext cx="7729728" cy="3620866"/>
          </a:xfrm>
        </p:spPr>
        <p:txBody>
          <a:bodyPr>
            <a:normAutofit/>
          </a:bodyPr>
          <a:lstStyle/>
          <a:p>
            <a:r>
              <a:rPr lang="en-US" sz="2400" dirty="0"/>
              <a:t>We have mentioned a few rules about python names </a:t>
            </a:r>
            <a:r>
              <a:rPr lang="en-US" sz="2400" dirty="0" err="1"/>
              <a:t>w.r.t</a:t>
            </a:r>
            <a:r>
              <a:rPr lang="en-US" sz="2400" dirty="0"/>
              <a:t> variables </a:t>
            </a:r>
          </a:p>
          <a:p>
            <a:r>
              <a:rPr lang="en-US" sz="2400" dirty="0"/>
              <a:t>But there are also best practices </a:t>
            </a:r>
          </a:p>
          <a:p>
            <a:r>
              <a:rPr lang="en-US" sz="2400" dirty="0"/>
              <a:t>1. Choose meaningful descriptive names </a:t>
            </a:r>
          </a:p>
          <a:p>
            <a:pPr lvl="1"/>
            <a:r>
              <a:rPr lang="en-US" sz="2000" dirty="0"/>
              <a:t>Avoid single letters most of the time,</a:t>
            </a:r>
          </a:p>
          <a:p>
            <a:pPr lvl="1"/>
            <a:r>
              <a:rPr lang="en-US" sz="2000" dirty="0"/>
              <a:t>Use </a:t>
            </a:r>
            <a:r>
              <a:rPr lang="en-US" sz="2000" dirty="0" err="1"/>
              <a:t>pot_hole_case</a:t>
            </a:r>
            <a:r>
              <a:rPr lang="en-US" sz="2000" dirty="0"/>
              <a:t> (aka </a:t>
            </a:r>
            <a:r>
              <a:rPr lang="en-US" sz="2000" dirty="0" err="1"/>
              <a:t>snake_case</a:t>
            </a:r>
            <a:r>
              <a:rPr lang="en-US" sz="2000" dirty="0"/>
              <a:t>)when using multiple word variable names</a:t>
            </a:r>
          </a:p>
          <a:p>
            <a:r>
              <a:rPr lang="en-US" sz="2200" dirty="0"/>
              <a:t>2. Be consistent – choose a style and stick to it</a:t>
            </a:r>
          </a:p>
        </p:txBody>
      </p:sp>
    </p:spTree>
    <p:extLst>
      <p:ext uri="{BB962C8B-B14F-4D97-AF65-F5344CB8AC3E}">
        <p14:creationId xmlns:p14="http://schemas.microsoft.com/office/powerpoint/2010/main" val="4846473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66A4D4-049A-4389-B407-0E7091A07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72915"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7A37DC-B00F-5BA1-C2BB-BF15EB263082}"/>
              </a:ext>
            </a:extLst>
          </p:cNvPr>
          <p:cNvSpPr>
            <a:spLocks noGrp="1"/>
          </p:cNvSpPr>
          <p:nvPr>
            <p:ph type="title"/>
          </p:nvPr>
        </p:nvSpPr>
        <p:spPr>
          <a:xfrm>
            <a:off x="804672" y="1290025"/>
            <a:ext cx="4475892" cy="1188720"/>
          </a:xfrm>
          <a:solidFill>
            <a:srgbClr val="FFFFFF"/>
          </a:solidFill>
          <a:ln>
            <a:solidFill>
              <a:srgbClr val="404040"/>
            </a:solidFill>
          </a:ln>
        </p:spPr>
        <p:txBody>
          <a:bodyPr>
            <a:normAutofit/>
          </a:bodyPr>
          <a:lstStyle/>
          <a:p>
            <a:r>
              <a:rPr lang="en-US" dirty="0"/>
              <a:t>White Space</a:t>
            </a:r>
          </a:p>
        </p:txBody>
      </p:sp>
      <p:sp>
        <p:nvSpPr>
          <p:cNvPr id="3" name="Content Placeholder 2">
            <a:extLst>
              <a:ext uri="{FF2B5EF4-FFF2-40B4-BE49-F238E27FC236}">
                <a16:creationId xmlns:a16="http://schemas.microsoft.com/office/drawing/2014/main" id="{996BC1A6-E01E-D319-4E7E-05D4F22F4A44}"/>
              </a:ext>
            </a:extLst>
          </p:cNvPr>
          <p:cNvSpPr>
            <a:spLocks noGrp="1"/>
          </p:cNvSpPr>
          <p:nvPr>
            <p:ph idx="1"/>
          </p:nvPr>
        </p:nvSpPr>
        <p:spPr>
          <a:xfrm>
            <a:off x="804672" y="2858703"/>
            <a:ext cx="4475892" cy="3042547"/>
          </a:xfrm>
        </p:spPr>
        <p:txBody>
          <a:bodyPr>
            <a:normAutofit/>
          </a:bodyPr>
          <a:lstStyle/>
          <a:p>
            <a:r>
              <a:rPr lang="en-US">
                <a:solidFill>
                  <a:srgbClr val="FFFFFF"/>
                </a:solidFill>
              </a:rPr>
              <a:t>Surround binary operators with a single white space character</a:t>
            </a:r>
          </a:p>
          <a:p>
            <a:pPr marL="0" indent="0">
              <a:buNone/>
            </a:pPr>
            <a:endParaRPr lang="en-US">
              <a:solidFill>
                <a:srgbClr val="FFFFFF"/>
              </a:solidFill>
            </a:endParaRPr>
          </a:p>
        </p:txBody>
      </p:sp>
      <p:sp>
        <p:nvSpPr>
          <p:cNvPr id="11" name="Rectangle 10">
            <a:extLst>
              <a:ext uri="{FF2B5EF4-FFF2-40B4-BE49-F238E27FC236}">
                <a16:creationId xmlns:a16="http://schemas.microsoft.com/office/drawing/2014/main" id="{B5899359-8523-4D4D-B568-3FDFAF982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032" y="640080"/>
            <a:ext cx="4818888"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E9C9585-DA89-4D7E-BCDF-576461A1A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7586" y="806357"/>
            <a:ext cx="4511266"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5FA7DCA-B4B3-F74C-805B-86749929DBAA}"/>
              </a:ext>
            </a:extLst>
          </p:cNvPr>
          <p:cNvPicPr>
            <a:picLocks noChangeAspect="1"/>
          </p:cNvPicPr>
          <p:nvPr/>
        </p:nvPicPr>
        <p:blipFill>
          <a:blip r:embed="rId2"/>
          <a:stretch>
            <a:fillRect/>
          </a:stretch>
        </p:blipFill>
        <p:spPr>
          <a:xfrm>
            <a:off x="7064692" y="1736825"/>
            <a:ext cx="4159568" cy="3067680"/>
          </a:xfrm>
          <a:prstGeom prst="rect">
            <a:avLst/>
          </a:prstGeom>
        </p:spPr>
      </p:pic>
    </p:spTree>
    <p:extLst>
      <p:ext uri="{BB962C8B-B14F-4D97-AF65-F5344CB8AC3E}">
        <p14:creationId xmlns:p14="http://schemas.microsoft.com/office/powerpoint/2010/main" val="809025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D9B6CF-87DD-47C7-B38D-7C5353D4D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BEF905-03C1-CF69-5AF0-E49518FE565C}"/>
              </a:ext>
            </a:extLst>
          </p:cNvPr>
          <p:cNvSpPr>
            <a:spLocks noGrp="1"/>
          </p:cNvSpPr>
          <p:nvPr>
            <p:ph type="title"/>
          </p:nvPr>
        </p:nvSpPr>
        <p:spPr>
          <a:xfrm>
            <a:off x="804673" y="2133600"/>
            <a:ext cx="3044952" cy="1898904"/>
          </a:xfrm>
        </p:spPr>
        <p:txBody>
          <a:bodyPr vert="horz" lIns="274320" tIns="182880" rIns="274320" bIns="182880" rtlCol="0" anchor="ctr" anchorCtr="1">
            <a:normAutofit/>
          </a:bodyPr>
          <a:lstStyle/>
          <a:p>
            <a:r>
              <a:rPr lang="en-US" dirty="0"/>
              <a:t>White Space</a:t>
            </a:r>
          </a:p>
        </p:txBody>
      </p:sp>
      <p:sp>
        <p:nvSpPr>
          <p:cNvPr id="3" name="Content Placeholder 2">
            <a:extLst>
              <a:ext uri="{FF2B5EF4-FFF2-40B4-BE49-F238E27FC236}">
                <a16:creationId xmlns:a16="http://schemas.microsoft.com/office/drawing/2014/main" id="{DB59F95A-F839-10FB-A2E2-CD1A3B5DAA9F}"/>
              </a:ext>
            </a:extLst>
          </p:cNvPr>
          <p:cNvSpPr>
            <a:spLocks noGrp="1"/>
          </p:cNvSpPr>
          <p:nvPr>
            <p:ph idx="1"/>
          </p:nvPr>
        </p:nvSpPr>
        <p:spPr>
          <a:xfrm>
            <a:off x="993088" y="4352543"/>
            <a:ext cx="2668122" cy="1387983"/>
          </a:xfrm>
        </p:spPr>
        <p:txBody>
          <a:bodyPr vert="horz" lIns="91440" tIns="45720" rIns="91440" bIns="45720" rtlCol="0">
            <a:normAutofit/>
          </a:bodyPr>
          <a:lstStyle/>
          <a:p>
            <a:pPr marL="0" indent="0" algn="ctr">
              <a:buNone/>
            </a:pPr>
            <a:r>
              <a:rPr lang="en-US" kern="1200">
                <a:solidFill>
                  <a:srgbClr val="FFFFFF"/>
                </a:solidFill>
                <a:latin typeface="+mn-lt"/>
                <a:ea typeface="+mn-ea"/>
                <a:cs typeface="+mn-cs"/>
              </a:rPr>
              <a:t>Avoid spaces with function call expressions</a:t>
            </a:r>
          </a:p>
        </p:txBody>
      </p:sp>
      <p:sp>
        <p:nvSpPr>
          <p:cNvPr id="11" name="Rectangle 10">
            <a:extLst>
              <a:ext uri="{FF2B5EF4-FFF2-40B4-BE49-F238E27FC236}">
                <a16:creationId xmlns:a16="http://schemas.microsoft.com/office/drawing/2014/main" id="{EFE2328B-DA12-4B90-BD82-3CCF13AF6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640080"/>
            <a:ext cx="6897625"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77FF0B6-332F-4842-A5F8-EA360BD5F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0412" y="802767"/>
            <a:ext cx="6565392" cy="4937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4BB38FD-3C31-7BCC-0ACC-5194DED8B1B1}"/>
              </a:ext>
            </a:extLst>
          </p:cNvPr>
          <p:cNvPicPr>
            <a:picLocks noChangeAspect="1"/>
          </p:cNvPicPr>
          <p:nvPr/>
        </p:nvPicPr>
        <p:blipFill>
          <a:blip r:embed="rId2"/>
          <a:stretch>
            <a:fillRect/>
          </a:stretch>
        </p:blipFill>
        <p:spPr>
          <a:xfrm>
            <a:off x="5140452" y="1457020"/>
            <a:ext cx="5925312" cy="3629253"/>
          </a:xfrm>
          <a:prstGeom prst="rect">
            <a:avLst/>
          </a:prstGeom>
        </p:spPr>
      </p:pic>
    </p:spTree>
    <p:extLst>
      <p:ext uri="{BB962C8B-B14F-4D97-AF65-F5344CB8AC3E}">
        <p14:creationId xmlns:p14="http://schemas.microsoft.com/office/powerpoint/2010/main" val="1535967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2A69-F1DC-E1E5-C2C9-C4459C180C94}"/>
              </a:ext>
            </a:extLst>
          </p:cNvPr>
          <p:cNvSpPr>
            <a:spLocks noGrp="1"/>
          </p:cNvSpPr>
          <p:nvPr>
            <p:ph type="title"/>
          </p:nvPr>
        </p:nvSpPr>
        <p:spPr/>
        <p:txBody>
          <a:bodyPr/>
          <a:lstStyle/>
          <a:p>
            <a:r>
              <a:rPr lang="en-US" dirty="0"/>
              <a:t>Comments</a:t>
            </a:r>
          </a:p>
        </p:txBody>
      </p:sp>
      <p:sp>
        <p:nvSpPr>
          <p:cNvPr id="3" name="Content Placeholder 2">
            <a:extLst>
              <a:ext uri="{FF2B5EF4-FFF2-40B4-BE49-F238E27FC236}">
                <a16:creationId xmlns:a16="http://schemas.microsoft.com/office/drawing/2014/main" id="{9C4DB8E6-D81E-8608-AC8B-BBCC0FB03C71}"/>
              </a:ext>
            </a:extLst>
          </p:cNvPr>
          <p:cNvSpPr>
            <a:spLocks noGrp="1"/>
          </p:cNvSpPr>
          <p:nvPr>
            <p:ph idx="1"/>
          </p:nvPr>
        </p:nvSpPr>
        <p:spPr>
          <a:xfrm>
            <a:off x="2231136" y="2638045"/>
            <a:ext cx="7729728" cy="790956"/>
          </a:xfrm>
        </p:spPr>
        <p:txBody>
          <a:bodyPr/>
          <a:lstStyle/>
          <a:p>
            <a:r>
              <a:rPr lang="en-US" dirty="0"/>
              <a:t>Avoid using comments to support poorly written code </a:t>
            </a:r>
          </a:p>
        </p:txBody>
      </p:sp>
      <p:pic>
        <p:nvPicPr>
          <p:cNvPr id="4" name="Picture 3">
            <a:extLst>
              <a:ext uri="{FF2B5EF4-FFF2-40B4-BE49-F238E27FC236}">
                <a16:creationId xmlns:a16="http://schemas.microsoft.com/office/drawing/2014/main" id="{A44BF21E-C7A4-D1CC-055A-7B9B30B326B2}"/>
              </a:ext>
            </a:extLst>
          </p:cNvPr>
          <p:cNvPicPr>
            <a:picLocks noChangeAspect="1"/>
          </p:cNvPicPr>
          <p:nvPr/>
        </p:nvPicPr>
        <p:blipFill>
          <a:blip r:embed="rId2"/>
          <a:stretch>
            <a:fillRect/>
          </a:stretch>
        </p:blipFill>
        <p:spPr>
          <a:xfrm>
            <a:off x="2394422" y="3096825"/>
            <a:ext cx="4686300" cy="1320800"/>
          </a:xfrm>
          <a:prstGeom prst="rect">
            <a:avLst/>
          </a:prstGeom>
        </p:spPr>
      </p:pic>
      <p:cxnSp>
        <p:nvCxnSpPr>
          <p:cNvPr id="6" name="Straight Arrow Connector 5">
            <a:extLst>
              <a:ext uri="{FF2B5EF4-FFF2-40B4-BE49-F238E27FC236}">
                <a16:creationId xmlns:a16="http://schemas.microsoft.com/office/drawing/2014/main" id="{EFF9E9AD-E016-2137-EA44-04A00E944C17}"/>
              </a:ext>
            </a:extLst>
          </p:cNvPr>
          <p:cNvCxnSpPr/>
          <p:nvPr/>
        </p:nvCxnSpPr>
        <p:spPr>
          <a:xfrm flipH="1">
            <a:off x="7429500" y="3429000"/>
            <a:ext cx="17145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E710BF5-0013-A501-6B85-FA591F36B7BB}"/>
              </a:ext>
            </a:extLst>
          </p:cNvPr>
          <p:cNvSpPr txBox="1"/>
          <p:nvPr/>
        </p:nvSpPr>
        <p:spPr>
          <a:xfrm>
            <a:off x="9144000" y="3033523"/>
            <a:ext cx="2581154" cy="646331"/>
          </a:xfrm>
          <a:prstGeom prst="rect">
            <a:avLst/>
          </a:prstGeom>
          <a:noFill/>
        </p:spPr>
        <p:txBody>
          <a:bodyPr wrap="square" rtlCol="0">
            <a:spAutoFit/>
          </a:bodyPr>
          <a:lstStyle/>
          <a:p>
            <a:r>
              <a:rPr lang="en-US" dirty="0"/>
              <a:t>The comments provides no added benefit</a:t>
            </a:r>
          </a:p>
        </p:txBody>
      </p:sp>
      <p:sp>
        <p:nvSpPr>
          <p:cNvPr id="9" name="TextBox 8">
            <a:extLst>
              <a:ext uri="{FF2B5EF4-FFF2-40B4-BE49-F238E27FC236}">
                <a16:creationId xmlns:a16="http://schemas.microsoft.com/office/drawing/2014/main" id="{C63D865C-E391-38DA-CF71-DC4B6D686F7D}"/>
              </a:ext>
            </a:extLst>
          </p:cNvPr>
          <p:cNvSpPr txBox="1"/>
          <p:nvPr/>
        </p:nvSpPr>
        <p:spPr>
          <a:xfrm>
            <a:off x="2231136" y="4673799"/>
            <a:ext cx="8692381" cy="1477328"/>
          </a:xfrm>
          <a:prstGeom prst="rect">
            <a:avLst/>
          </a:prstGeom>
          <a:noFill/>
        </p:spPr>
        <p:txBody>
          <a:bodyPr wrap="square" rtlCol="0">
            <a:spAutoFit/>
          </a:bodyPr>
          <a:lstStyle/>
          <a:p>
            <a:pPr marL="285750" indent="-285750">
              <a:buFont typeface="Arial" panose="020B0604020202020204" pitchFamily="34" charset="0"/>
              <a:buChar char="•"/>
            </a:pPr>
            <a:r>
              <a:rPr lang="en-US" dirty="0"/>
              <a:t>Document the context of the program </a:t>
            </a:r>
          </a:p>
          <a:p>
            <a:pPr marL="285750" indent="-285750">
              <a:buFont typeface="Arial" panose="020B0604020202020204" pitchFamily="34" charset="0"/>
              <a:buChar char="•"/>
            </a:pPr>
            <a:r>
              <a:rPr lang="en-US" dirty="0"/>
              <a:t>Help other programs understanding programming choices </a:t>
            </a:r>
          </a:p>
          <a:p>
            <a:pPr marL="742950" lvl="1" indent="-285750">
              <a:buFont typeface="Arial" panose="020B0604020202020204" pitchFamily="34" charset="0"/>
              <a:buChar char="•"/>
            </a:pPr>
            <a:r>
              <a:rPr lang="en-US" dirty="0"/>
              <a:t>Not a commentary on what lines of code do</a:t>
            </a:r>
          </a:p>
          <a:p>
            <a:pPr marL="742950" lvl="1" indent="-285750">
              <a:buFont typeface="Arial" panose="020B0604020202020204" pitchFamily="34" charset="0"/>
              <a:buChar char="•"/>
            </a:pPr>
            <a:r>
              <a:rPr lang="en-US" dirty="0"/>
              <a:t>Well written code should be self-documenting (good choice of variables, consistent naming and whitespace clear and concise</a:t>
            </a:r>
          </a:p>
        </p:txBody>
      </p:sp>
    </p:spTree>
    <p:extLst>
      <p:ext uri="{BB962C8B-B14F-4D97-AF65-F5344CB8AC3E}">
        <p14:creationId xmlns:p14="http://schemas.microsoft.com/office/powerpoint/2010/main" val="1973185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C561BB-4682-B975-300A-810C10897BC7}"/>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a:solidFill>
                  <a:srgbClr val="FFFFFF"/>
                </a:solidFill>
              </a:rPr>
              <a:t>Functions</a:t>
            </a:r>
          </a:p>
        </p:txBody>
      </p:sp>
      <p:sp>
        <p:nvSpPr>
          <p:cNvPr id="3" name="Content Placeholder 2">
            <a:extLst>
              <a:ext uri="{FF2B5EF4-FFF2-40B4-BE49-F238E27FC236}">
                <a16:creationId xmlns:a16="http://schemas.microsoft.com/office/drawing/2014/main" id="{FC718284-C888-A066-5488-A91CC0BBF2AB}"/>
              </a:ext>
            </a:extLst>
          </p:cNvPr>
          <p:cNvSpPr>
            <a:spLocks noGrp="1"/>
          </p:cNvSpPr>
          <p:nvPr>
            <p:ph idx="1"/>
          </p:nvPr>
        </p:nvSpPr>
        <p:spPr>
          <a:xfrm>
            <a:off x="5591694" y="604157"/>
            <a:ext cx="6017919" cy="6041571"/>
          </a:xfrm>
        </p:spPr>
        <p:txBody>
          <a:bodyPr anchor="ctr">
            <a:normAutofit/>
          </a:bodyPr>
          <a:lstStyle/>
          <a:p>
            <a:r>
              <a:rPr lang="en-US" dirty="0"/>
              <a:t>Last day we introduced function expressions </a:t>
            </a:r>
          </a:p>
          <a:p>
            <a:r>
              <a:rPr lang="en-US" dirty="0"/>
              <a:t>A function call returns a value in the place of the call</a:t>
            </a:r>
          </a:p>
          <a:p>
            <a:pPr lvl="1"/>
            <a:r>
              <a:rPr lang="en-US" dirty="0"/>
              <a:t>It might be </a:t>
            </a:r>
            <a:r>
              <a:rPr lang="en-US" dirty="0">
                <a:latin typeface="Courier New" panose="02070309020205020404" pitchFamily="49" charset="0"/>
                <a:cs typeface="Courier New" panose="02070309020205020404" pitchFamily="49" charset="0"/>
              </a:rPr>
              <a:t>None </a:t>
            </a:r>
            <a:r>
              <a:rPr lang="en-US" dirty="0">
                <a:cs typeface="Courier New" panose="02070309020205020404" pitchFamily="49" charset="0"/>
              </a:rPr>
              <a:t>(a special value representing nothing)</a:t>
            </a:r>
          </a:p>
          <a:p>
            <a:r>
              <a:rPr lang="en-US" dirty="0"/>
              <a:t>Functions are a form of abstraction</a:t>
            </a:r>
          </a:p>
          <a:p>
            <a:pPr lvl="1"/>
            <a:r>
              <a:rPr lang="en-US" dirty="0"/>
              <a:t>Generalize a program or procedure based on inputs (called arguments)</a:t>
            </a:r>
          </a:p>
          <a:p>
            <a:r>
              <a:rPr lang="en-US" dirty="0"/>
              <a:t>In terms of program flow so far we have programs that ”flow” from the first statement (top) to the bottom</a:t>
            </a:r>
          </a:p>
          <a:p>
            <a:r>
              <a:rPr lang="en-US" dirty="0"/>
              <a:t>When a function is called the program executes the code belonging to the function before continuing “down” to the next code in the program</a:t>
            </a:r>
          </a:p>
          <a:p>
            <a:r>
              <a:rPr lang="en-US" dirty="0"/>
              <a:t>Some functions accept arguments that are passed to them</a:t>
            </a:r>
          </a:p>
          <a:p>
            <a:r>
              <a:rPr lang="en-US" dirty="0" err="1"/>
              <a:t>E.g</a:t>
            </a:r>
            <a:r>
              <a:rPr lang="en-US" dirty="0"/>
              <a:t> </a:t>
            </a:r>
            <a:r>
              <a:rPr lang="en-US" dirty="0">
                <a:latin typeface="Courier New" panose="02070309020205020404" pitchFamily="49" charset="0"/>
                <a:cs typeface="Courier New" panose="02070309020205020404" pitchFamily="49" charset="0"/>
              </a:rPr>
              <a:t>max(5, 10) </a:t>
            </a:r>
          </a:p>
        </p:txBody>
      </p:sp>
      <p:cxnSp>
        <p:nvCxnSpPr>
          <p:cNvPr id="5" name="Straight Arrow Connector 4">
            <a:extLst>
              <a:ext uri="{FF2B5EF4-FFF2-40B4-BE49-F238E27FC236}">
                <a16:creationId xmlns:a16="http://schemas.microsoft.com/office/drawing/2014/main" id="{96577178-E84F-036A-89A1-A316FA6FBA6C}"/>
              </a:ext>
            </a:extLst>
          </p:cNvPr>
          <p:cNvCxnSpPr/>
          <p:nvPr/>
        </p:nvCxnSpPr>
        <p:spPr>
          <a:xfrm flipH="1" flipV="1">
            <a:off x="6923314" y="5910943"/>
            <a:ext cx="489857" cy="326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931BBE0-7FE9-8134-72A6-AF5C5BCB60A6}"/>
              </a:ext>
            </a:extLst>
          </p:cNvPr>
          <p:cNvCxnSpPr/>
          <p:nvPr/>
        </p:nvCxnSpPr>
        <p:spPr>
          <a:xfrm flipV="1">
            <a:off x="7413171" y="5910943"/>
            <a:ext cx="0" cy="3265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ACE3BC7-44AF-272E-ED79-148B215C22C9}"/>
              </a:ext>
            </a:extLst>
          </p:cNvPr>
          <p:cNvSpPr txBox="1"/>
          <p:nvPr/>
        </p:nvSpPr>
        <p:spPr>
          <a:xfrm>
            <a:off x="7168242" y="6237514"/>
            <a:ext cx="3807453" cy="369332"/>
          </a:xfrm>
          <a:prstGeom prst="rect">
            <a:avLst/>
          </a:prstGeom>
          <a:noFill/>
          <a:ln>
            <a:solidFill>
              <a:schemeClr val="accent1"/>
            </a:solidFill>
          </a:ln>
        </p:spPr>
        <p:txBody>
          <a:bodyPr wrap="none" rtlCol="0">
            <a:spAutoFit/>
          </a:bodyPr>
          <a:lstStyle/>
          <a:p>
            <a:r>
              <a:rPr lang="en-US" dirty="0"/>
              <a:t>Arguments passed to the max function</a:t>
            </a:r>
          </a:p>
        </p:txBody>
      </p:sp>
    </p:spTree>
    <p:extLst>
      <p:ext uri="{BB962C8B-B14F-4D97-AF65-F5344CB8AC3E}">
        <p14:creationId xmlns:p14="http://schemas.microsoft.com/office/powerpoint/2010/main" val="37721258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E03C-4EDE-0790-D1F3-CB16FB81F020}"/>
              </a:ext>
            </a:extLst>
          </p:cNvPr>
          <p:cNvSpPr>
            <a:spLocks noGrp="1"/>
          </p:cNvSpPr>
          <p:nvPr>
            <p:ph type="title"/>
          </p:nvPr>
        </p:nvSpPr>
        <p:spPr/>
        <p:txBody>
          <a:bodyPr/>
          <a:lstStyle/>
          <a:p>
            <a:r>
              <a:rPr lang="en-US" dirty="0"/>
              <a:t>Program Flow Example</a:t>
            </a:r>
          </a:p>
        </p:txBody>
      </p:sp>
      <p:pic>
        <p:nvPicPr>
          <p:cNvPr id="4" name="Picture 3">
            <a:extLst>
              <a:ext uri="{FF2B5EF4-FFF2-40B4-BE49-F238E27FC236}">
                <a16:creationId xmlns:a16="http://schemas.microsoft.com/office/drawing/2014/main" id="{13E6DD54-94B6-B315-4492-AD865819C3B1}"/>
              </a:ext>
            </a:extLst>
          </p:cNvPr>
          <p:cNvPicPr>
            <a:picLocks noChangeAspect="1"/>
          </p:cNvPicPr>
          <p:nvPr/>
        </p:nvPicPr>
        <p:blipFill>
          <a:blip r:embed="rId2"/>
          <a:stretch>
            <a:fillRect/>
          </a:stretch>
        </p:blipFill>
        <p:spPr>
          <a:xfrm>
            <a:off x="2778143" y="2553208"/>
            <a:ext cx="4686300" cy="3340100"/>
          </a:xfrm>
          <a:prstGeom prst="rect">
            <a:avLst/>
          </a:prstGeom>
        </p:spPr>
      </p:pic>
      <p:cxnSp>
        <p:nvCxnSpPr>
          <p:cNvPr id="6" name="Straight Arrow Connector 5">
            <a:extLst>
              <a:ext uri="{FF2B5EF4-FFF2-40B4-BE49-F238E27FC236}">
                <a16:creationId xmlns:a16="http://schemas.microsoft.com/office/drawing/2014/main" id="{37B84056-B23C-6079-9978-1EDCA0BD87A6}"/>
              </a:ext>
            </a:extLst>
          </p:cNvPr>
          <p:cNvCxnSpPr>
            <a:cxnSpLocks/>
          </p:cNvCxnSpPr>
          <p:nvPr/>
        </p:nvCxnSpPr>
        <p:spPr>
          <a:xfrm flipH="1">
            <a:off x="5121293" y="3023472"/>
            <a:ext cx="32935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5C9932A-4E5D-28E3-08C5-BB74299D9A15}"/>
              </a:ext>
            </a:extLst>
          </p:cNvPr>
          <p:cNvSpPr txBox="1"/>
          <p:nvPr/>
        </p:nvSpPr>
        <p:spPr>
          <a:xfrm>
            <a:off x="8414795" y="2553208"/>
            <a:ext cx="3536700" cy="2585323"/>
          </a:xfrm>
          <a:prstGeom prst="rect">
            <a:avLst/>
          </a:prstGeom>
          <a:noFill/>
        </p:spPr>
        <p:txBody>
          <a:bodyPr wrap="square" rtlCol="0">
            <a:spAutoFit/>
          </a:bodyPr>
          <a:lstStyle/>
          <a:p>
            <a:r>
              <a:rPr lang="en-US" dirty="0"/>
              <a:t>A function must be defined before it is used</a:t>
            </a:r>
          </a:p>
          <a:p>
            <a:endParaRPr lang="en-US" dirty="0"/>
          </a:p>
          <a:p>
            <a:r>
              <a:rPr lang="en-US" dirty="0"/>
              <a:t>This is why we import math to use math functions</a:t>
            </a:r>
          </a:p>
          <a:p>
            <a:endParaRPr lang="en-US" dirty="0"/>
          </a:p>
          <a:p>
            <a:r>
              <a:rPr lang="en-US" dirty="0"/>
              <a:t>Built-in functions (like abs) do not need to be imported (they are already visible)</a:t>
            </a:r>
          </a:p>
        </p:txBody>
      </p:sp>
      <p:cxnSp>
        <p:nvCxnSpPr>
          <p:cNvPr id="10" name="Straight Arrow Connector 9">
            <a:extLst>
              <a:ext uri="{FF2B5EF4-FFF2-40B4-BE49-F238E27FC236}">
                <a16:creationId xmlns:a16="http://schemas.microsoft.com/office/drawing/2014/main" id="{A2986DE2-E32F-E9DC-02F1-AC70B58AA157}"/>
              </a:ext>
            </a:extLst>
          </p:cNvPr>
          <p:cNvCxnSpPr>
            <a:cxnSpLocks/>
          </p:cNvCxnSpPr>
          <p:nvPr/>
        </p:nvCxnSpPr>
        <p:spPr>
          <a:xfrm>
            <a:off x="1991840" y="2823574"/>
            <a:ext cx="8615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9467359-DD23-B5DA-FF42-2CF5680B7499}"/>
              </a:ext>
            </a:extLst>
          </p:cNvPr>
          <p:cNvSpPr txBox="1"/>
          <p:nvPr/>
        </p:nvSpPr>
        <p:spPr>
          <a:xfrm>
            <a:off x="115747" y="2153412"/>
            <a:ext cx="2268637" cy="2031325"/>
          </a:xfrm>
          <a:prstGeom prst="rect">
            <a:avLst/>
          </a:prstGeom>
          <a:noFill/>
        </p:spPr>
        <p:txBody>
          <a:bodyPr wrap="square" rtlCol="0">
            <a:spAutoFit/>
          </a:bodyPr>
          <a:lstStyle/>
          <a:p>
            <a:r>
              <a:rPr lang="en-US" dirty="0"/>
              <a:t>This is our own version of the built-in abs</a:t>
            </a:r>
          </a:p>
          <a:p>
            <a:endParaRPr lang="en-US" dirty="0"/>
          </a:p>
          <a:p>
            <a:r>
              <a:rPr lang="en-US" dirty="0"/>
              <a:t>We’ll write our own </a:t>
            </a:r>
          </a:p>
          <a:p>
            <a:r>
              <a:rPr lang="en-US" dirty="0"/>
              <a:t>Functions later in the course </a:t>
            </a:r>
          </a:p>
        </p:txBody>
      </p:sp>
      <p:cxnSp>
        <p:nvCxnSpPr>
          <p:cNvPr id="14" name="Straight Arrow Connector 13">
            <a:extLst>
              <a:ext uri="{FF2B5EF4-FFF2-40B4-BE49-F238E27FC236}">
                <a16:creationId xmlns:a16="http://schemas.microsoft.com/office/drawing/2014/main" id="{451BFA40-861B-A65E-00FF-A01BE07ED674}"/>
              </a:ext>
            </a:extLst>
          </p:cNvPr>
          <p:cNvCxnSpPr>
            <a:endCxn id="4" idx="1"/>
          </p:cNvCxnSpPr>
          <p:nvPr/>
        </p:nvCxnSpPr>
        <p:spPr>
          <a:xfrm flipV="1">
            <a:off x="1655180" y="4223258"/>
            <a:ext cx="1122963" cy="753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A913ECD-C5C8-8A3C-B5C4-C27B89922698}"/>
              </a:ext>
            </a:extLst>
          </p:cNvPr>
          <p:cNvSpPr txBox="1"/>
          <p:nvPr/>
        </p:nvSpPr>
        <p:spPr>
          <a:xfrm>
            <a:off x="115747" y="4830968"/>
            <a:ext cx="2488557" cy="646331"/>
          </a:xfrm>
          <a:prstGeom prst="rect">
            <a:avLst/>
          </a:prstGeom>
          <a:noFill/>
        </p:spPr>
        <p:txBody>
          <a:bodyPr wrap="square" rtlCol="0">
            <a:spAutoFit/>
          </a:bodyPr>
          <a:lstStyle/>
          <a:p>
            <a:r>
              <a:rPr lang="en-US" dirty="0"/>
              <a:t>First line of program execution</a:t>
            </a:r>
          </a:p>
        </p:txBody>
      </p:sp>
      <p:cxnSp>
        <p:nvCxnSpPr>
          <p:cNvPr id="17" name="Straight Arrow Connector 16">
            <a:extLst>
              <a:ext uri="{FF2B5EF4-FFF2-40B4-BE49-F238E27FC236}">
                <a16:creationId xmlns:a16="http://schemas.microsoft.com/office/drawing/2014/main" id="{CFCFF8E9-35CD-3634-C9C8-CEDD55B1BCDC}"/>
              </a:ext>
            </a:extLst>
          </p:cNvPr>
          <p:cNvCxnSpPr>
            <a:cxnSpLocks/>
          </p:cNvCxnSpPr>
          <p:nvPr/>
        </p:nvCxnSpPr>
        <p:spPr>
          <a:xfrm>
            <a:off x="2604304" y="4479403"/>
            <a:ext cx="0" cy="1742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89263190-693E-67BA-F71A-4B8F1189DFA4}"/>
              </a:ext>
            </a:extLst>
          </p:cNvPr>
          <p:cNvSpPr txBox="1"/>
          <p:nvPr/>
        </p:nvSpPr>
        <p:spPr>
          <a:xfrm>
            <a:off x="331644" y="5664845"/>
            <a:ext cx="2647071" cy="369332"/>
          </a:xfrm>
          <a:prstGeom prst="rect">
            <a:avLst/>
          </a:prstGeom>
          <a:noFill/>
        </p:spPr>
        <p:txBody>
          <a:bodyPr wrap="none" rtlCol="0">
            <a:spAutoFit/>
          </a:bodyPr>
          <a:lstStyle/>
          <a:p>
            <a:r>
              <a:rPr lang="en-US" dirty="0"/>
              <a:t>Direction of program flow</a:t>
            </a:r>
          </a:p>
        </p:txBody>
      </p:sp>
      <p:sp>
        <p:nvSpPr>
          <p:cNvPr id="23" name="TextBox 22">
            <a:extLst>
              <a:ext uri="{FF2B5EF4-FFF2-40B4-BE49-F238E27FC236}">
                <a16:creationId xmlns:a16="http://schemas.microsoft.com/office/drawing/2014/main" id="{C0F82888-057A-4A08-AF21-B457EBE44AA4}"/>
              </a:ext>
            </a:extLst>
          </p:cNvPr>
          <p:cNvSpPr txBox="1"/>
          <p:nvPr/>
        </p:nvSpPr>
        <p:spPr>
          <a:xfrm>
            <a:off x="7464443" y="5566301"/>
            <a:ext cx="3628542" cy="1200329"/>
          </a:xfrm>
          <a:prstGeom prst="rect">
            <a:avLst/>
          </a:prstGeom>
          <a:noFill/>
          <a:ln>
            <a:solidFill>
              <a:srgbClr val="404040"/>
            </a:solidFill>
          </a:ln>
        </p:spPr>
        <p:txBody>
          <a:bodyPr wrap="square" rtlCol="0">
            <a:spAutoFit/>
          </a:bodyPr>
          <a:lstStyle/>
          <a:p>
            <a:r>
              <a:rPr lang="en-US" dirty="0"/>
              <a:t>Each line in this program calls a method. The program flow will jump to that method and execute its code before continuing</a:t>
            </a:r>
          </a:p>
        </p:txBody>
      </p:sp>
    </p:spTree>
    <p:extLst>
      <p:ext uri="{BB962C8B-B14F-4D97-AF65-F5344CB8AC3E}">
        <p14:creationId xmlns:p14="http://schemas.microsoft.com/office/powerpoint/2010/main" val="1115246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C8E3-2EEF-794B-2F2A-BFD985FAF50D}"/>
              </a:ext>
            </a:extLst>
          </p:cNvPr>
          <p:cNvSpPr>
            <a:spLocks noGrp="1"/>
          </p:cNvSpPr>
          <p:nvPr>
            <p:ph type="title"/>
          </p:nvPr>
        </p:nvSpPr>
        <p:spPr>
          <a:xfrm>
            <a:off x="2254681" y="254726"/>
            <a:ext cx="7729728" cy="1188720"/>
          </a:xfrm>
        </p:spPr>
        <p:txBody>
          <a:bodyPr/>
          <a:lstStyle/>
          <a:p>
            <a:r>
              <a:rPr lang="en-US"/>
              <a:t>More Built-ins</a:t>
            </a:r>
            <a:endParaRPr lang="en-US" dirty="0"/>
          </a:p>
        </p:txBody>
      </p:sp>
      <p:pic>
        <p:nvPicPr>
          <p:cNvPr id="4" name="Content Placeholder 3">
            <a:extLst>
              <a:ext uri="{FF2B5EF4-FFF2-40B4-BE49-F238E27FC236}">
                <a16:creationId xmlns:a16="http://schemas.microsoft.com/office/drawing/2014/main" id="{2DF51158-80C0-DEDB-1DE0-C3AF1BFE86A6}"/>
              </a:ext>
            </a:extLst>
          </p:cNvPr>
          <p:cNvPicPr>
            <a:picLocks noGrp="1" noChangeAspect="1"/>
          </p:cNvPicPr>
          <p:nvPr>
            <p:ph idx="1"/>
          </p:nvPr>
        </p:nvPicPr>
        <p:blipFill>
          <a:blip r:embed="rId2"/>
          <a:stretch>
            <a:fillRect/>
          </a:stretch>
        </p:blipFill>
        <p:spPr>
          <a:xfrm>
            <a:off x="1616697" y="1861457"/>
            <a:ext cx="9792809" cy="4408715"/>
          </a:xfrm>
          <a:prstGeom prst="rect">
            <a:avLst/>
          </a:prstGeom>
        </p:spPr>
      </p:pic>
    </p:spTree>
    <p:extLst>
      <p:ext uri="{BB962C8B-B14F-4D97-AF65-F5344CB8AC3E}">
        <p14:creationId xmlns:p14="http://schemas.microsoft.com/office/powerpoint/2010/main" val="125966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D9B6CF-87DD-47C7-B38D-7C5353D4D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A37CB7-A842-1634-485C-0A0DDA025C84}"/>
              </a:ext>
            </a:extLst>
          </p:cNvPr>
          <p:cNvSpPr>
            <a:spLocks noGrp="1"/>
          </p:cNvSpPr>
          <p:nvPr>
            <p:ph type="title"/>
          </p:nvPr>
        </p:nvSpPr>
        <p:spPr>
          <a:xfrm>
            <a:off x="303154" y="2117271"/>
            <a:ext cx="3044952" cy="1898904"/>
          </a:xfrm>
        </p:spPr>
        <p:txBody>
          <a:bodyPr vert="horz" lIns="274320" tIns="182880" rIns="274320" bIns="182880" rtlCol="0" anchor="ctr" anchorCtr="1">
            <a:normAutofit/>
          </a:bodyPr>
          <a:lstStyle/>
          <a:p>
            <a:r>
              <a:rPr lang="en-US" dirty="0"/>
              <a:t>More Built-ins</a:t>
            </a:r>
          </a:p>
        </p:txBody>
      </p:sp>
      <p:sp>
        <p:nvSpPr>
          <p:cNvPr id="11" name="Rectangle 10">
            <a:extLst>
              <a:ext uri="{FF2B5EF4-FFF2-40B4-BE49-F238E27FC236}">
                <a16:creationId xmlns:a16="http://schemas.microsoft.com/office/drawing/2014/main" id="{EFE2328B-DA12-4B90-BD82-3CCF13AF6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640080"/>
            <a:ext cx="6897625"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77FF0B6-332F-4842-A5F8-EA360BD5F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0412" y="802767"/>
            <a:ext cx="6565392" cy="4937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F616A409-1A54-532F-A4A8-DEC6071D57CB}"/>
              </a:ext>
            </a:extLst>
          </p:cNvPr>
          <p:cNvPicPr>
            <a:picLocks noGrp="1" noChangeAspect="1"/>
          </p:cNvPicPr>
          <p:nvPr>
            <p:ph idx="1"/>
          </p:nvPr>
        </p:nvPicPr>
        <p:blipFill>
          <a:blip r:embed="rId2"/>
          <a:stretch>
            <a:fillRect/>
          </a:stretch>
        </p:blipFill>
        <p:spPr>
          <a:xfrm>
            <a:off x="3517834" y="330589"/>
            <a:ext cx="8517970" cy="6196822"/>
          </a:xfrm>
          <a:prstGeom prst="rect">
            <a:avLst/>
          </a:prstGeom>
        </p:spPr>
      </p:pic>
    </p:spTree>
    <p:extLst>
      <p:ext uri="{BB962C8B-B14F-4D97-AF65-F5344CB8AC3E}">
        <p14:creationId xmlns:p14="http://schemas.microsoft.com/office/powerpoint/2010/main" val="14211582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1D6B2F-1F7D-6F95-3543-C9FBBAFD2796}"/>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BC5DF4-F823-8ADC-A193-75747FF445A3}"/>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a:t>More Built-ins</a:t>
            </a:r>
          </a:p>
        </p:txBody>
      </p:sp>
      <p:pic>
        <p:nvPicPr>
          <p:cNvPr id="8" name="Picture 7">
            <a:extLst>
              <a:ext uri="{FF2B5EF4-FFF2-40B4-BE49-F238E27FC236}">
                <a16:creationId xmlns:a16="http://schemas.microsoft.com/office/drawing/2014/main" id="{E4F3DA51-05F8-FFC4-57EC-DB94A12D509C}"/>
              </a:ext>
            </a:extLst>
          </p:cNvPr>
          <p:cNvPicPr>
            <a:picLocks noChangeAspect="1"/>
          </p:cNvPicPr>
          <p:nvPr/>
        </p:nvPicPr>
        <p:blipFill>
          <a:blip r:embed="rId2"/>
          <a:stretch>
            <a:fillRect/>
          </a:stretch>
        </p:blipFill>
        <p:spPr>
          <a:xfrm>
            <a:off x="4820360" y="1087188"/>
            <a:ext cx="7205575" cy="4683623"/>
          </a:xfrm>
          <a:prstGeom prst="rect">
            <a:avLst/>
          </a:prstGeom>
        </p:spPr>
      </p:pic>
    </p:spTree>
    <p:extLst>
      <p:ext uri="{BB962C8B-B14F-4D97-AF65-F5344CB8AC3E}">
        <p14:creationId xmlns:p14="http://schemas.microsoft.com/office/powerpoint/2010/main" val="2128539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8D71B-2C32-4997-5BE6-8642B201F1E6}"/>
              </a:ext>
            </a:extLst>
          </p:cNvPr>
          <p:cNvSpPr>
            <a:spLocks noGrp="1"/>
          </p:cNvSpPr>
          <p:nvPr>
            <p:ph type="title"/>
          </p:nvPr>
        </p:nvSpPr>
        <p:spPr/>
        <p:txBody>
          <a:bodyPr/>
          <a:lstStyle/>
          <a:p>
            <a:r>
              <a:rPr lang="en-US" dirty="0"/>
              <a:t>SELF-CHECK</a:t>
            </a:r>
          </a:p>
        </p:txBody>
      </p:sp>
      <p:sp>
        <p:nvSpPr>
          <p:cNvPr id="3" name="Content Placeholder 2">
            <a:extLst>
              <a:ext uri="{FF2B5EF4-FFF2-40B4-BE49-F238E27FC236}">
                <a16:creationId xmlns:a16="http://schemas.microsoft.com/office/drawing/2014/main" id="{896A3F1F-91B1-3540-658F-AE3C9A2121F7}"/>
              </a:ext>
            </a:extLst>
          </p:cNvPr>
          <p:cNvSpPr>
            <a:spLocks noGrp="1"/>
          </p:cNvSpPr>
          <p:nvPr>
            <p:ph idx="1"/>
          </p:nvPr>
        </p:nvSpPr>
        <p:spPr>
          <a:xfrm>
            <a:off x="2074126" y="2552700"/>
            <a:ext cx="8999035" cy="3101983"/>
          </a:xfrm>
        </p:spPr>
        <p:txBody>
          <a:bodyPr>
            <a:normAutofit/>
          </a:bodyPr>
          <a:lstStyle/>
          <a:p>
            <a:r>
              <a:rPr lang="en-US" sz="2800" dirty="0"/>
              <a:t>What is the result?</a:t>
            </a:r>
          </a:p>
          <a:p>
            <a:endParaRPr lang="en-US" sz="2800" dirty="0"/>
          </a:p>
          <a:p>
            <a:pPr marL="0" indent="0">
              <a:buNone/>
            </a:pPr>
            <a:r>
              <a:rPr lang="en-US" sz="2000" dirty="0">
                <a:latin typeface="Courier New" panose="02070309020205020404" pitchFamily="49" charset="0"/>
                <a:cs typeface="Courier New" panose="02070309020205020404" pitchFamily="49" charset="0"/>
              </a:rPr>
              <a:t>float(str(f"{max(5,min(5,max(5,1)))}.25")) + int(5.25)</a:t>
            </a:r>
          </a:p>
        </p:txBody>
      </p:sp>
    </p:spTree>
    <p:extLst>
      <p:ext uri="{BB962C8B-B14F-4D97-AF65-F5344CB8AC3E}">
        <p14:creationId xmlns:p14="http://schemas.microsoft.com/office/powerpoint/2010/main" val="25530010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E6D0C-5FBD-405F-9826-87B98A40526E}"/>
              </a:ext>
            </a:extLst>
          </p:cNvPr>
          <p:cNvSpPr>
            <a:spLocks noGrp="1"/>
          </p:cNvSpPr>
          <p:nvPr>
            <p:ph type="title"/>
          </p:nvPr>
        </p:nvSpPr>
        <p:spPr/>
        <p:txBody>
          <a:bodyPr/>
          <a:lstStyle/>
          <a:p>
            <a:r>
              <a:rPr lang="en-US" dirty="0"/>
              <a:t>Euclidean Distance</a:t>
            </a:r>
          </a:p>
        </p:txBody>
      </p:sp>
      <p:sp>
        <p:nvSpPr>
          <p:cNvPr id="3" name="Content Placeholder 2">
            <a:extLst>
              <a:ext uri="{FF2B5EF4-FFF2-40B4-BE49-F238E27FC236}">
                <a16:creationId xmlns:a16="http://schemas.microsoft.com/office/drawing/2014/main" id="{05D97997-25F9-1A05-4482-EA5A38148DA4}"/>
              </a:ext>
            </a:extLst>
          </p:cNvPr>
          <p:cNvSpPr>
            <a:spLocks noGrp="1"/>
          </p:cNvSpPr>
          <p:nvPr>
            <p:ph idx="1"/>
          </p:nvPr>
        </p:nvSpPr>
        <p:spPr>
          <a:xfrm>
            <a:off x="2231136" y="2638045"/>
            <a:ext cx="7729728" cy="1543812"/>
          </a:xfrm>
        </p:spPr>
        <p:txBody>
          <a:bodyPr/>
          <a:lstStyle/>
          <a:p>
            <a:r>
              <a:rPr lang="en-US" dirty="0"/>
              <a:t>Suppose we have 2 points (x1, y1) (x2, y2) we want to output the distance between the 2 points where distance is given by the below formula:</a:t>
            </a:r>
          </a:p>
        </p:txBody>
      </p:sp>
      <p:pic>
        <p:nvPicPr>
          <p:cNvPr id="6" name="Picture 5">
            <a:extLst>
              <a:ext uri="{FF2B5EF4-FFF2-40B4-BE49-F238E27FC236}">
                <a16:creationId xmlns:a16="http://schemas.microsoft.com/office/drawing/2014/main" id="{D2952FC5-1858-8068-8C8A-664F326E1023}"/>
              </a:ext>
            </a:extLst>
          </p:cNvPr>
          <p:cNvPicPr>
            <a:picLocks noChangeAspect="1"/>
          </p:cNvPicPr>
          <p:nvPr/>
        </p:nvPicPr>
        <p:blipFill>
          <a:blip r:embed="rId2"/>
          <a:stretch>
            <a:fillRect/>
          </a:stretch>
        </p:blipFill>
        <p:spPr>
          <a:xfrm>
            <a:off x="4260088" y="3942590"/>
            <a:ext cx="2794000" cy="723900"/>
          </a:xfrm>
          <a:prstGeom prst="rect">
            <a:avLst/>
          </a:prstGeom>
        </p:spPr>
      </p:pic>
      <p:sp>
        <p:nvSpPr>
          <p:cNvPr id="7" name="TextBox 6">
            <a:extLst>
              <a:ext uri="{FF2B5EF4-FFF2-40B4-BE49-F238E27FC236}">
                <a16:creationId xmlns:a16="http://schemas.microsoft.com/office/drawing/2014/main" id="{322A3065-2A30-2D13-3D0C-D385744F80BD}"/>
              </a:ext>
            </a:extLst>
          </p:cNvPr>
          <p:cNvSpPr txBox="1"/>
          <p:nvPr/>
        </p:nvSpPr>
        <p:spPr>
          <a:xfrm>
            <a:off x="3596640" y="4181857"/>
            <a:ext cx="564578" cy="369332"/>
          </a:xfrm>
          <a:prstGeom prst="rect">
            <a:avLst/>
          </a:prstGeom>
          <a:noFill/>
        </p:spPr>
        <p:txBody>
          <a:bodyPr wrap="none" rtlCol="0">
            <a:spAutoFit/>
          </a:bodyPr>
          <a:lstStyle/>
          <a:p>
            <a:r>
              <a:rPr lang="en-US" dirty="0"/>
              <a:t> d =</a:t>
            </a:r>
          </a:p>
        </p:txBody>
      </p:sp>
    </p:spTree>
    <p:extLst>
      <p:ext uri="{BB962C8B-B14F-4D97-AF65-F5344CB8AC3E}">
        <p14:creationId xmlns:p14="http://schemas.microsoft.com/office/powerpoint/2010/main" val="4113396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654C4-24ED-6E21-49AB-E36DAA2FDD63}"/>
              </a:ext>
            </a:extLst>
          </p:cNvPr>
          <p:cNvSpPr>
            <a:spLocks noGrp="1"/>
          </p:cNvSpPr>
          <p:nvPr>
            <p:ph type="title"/>
          </p:nvPr>
        </p:nvSpPr>
        <p:spPr/>
        <p:txBody>
          <a:bodyPr/>
          <a:lstStyle/>
          <a:p>
            <a:r>
              <a:rPr lang="en-US" dirty="0"/>
              <a:t>Try at Home</a:t>
            </a:r>
          </a:p>
        </p:txBody>
      </p:sp>
      <p:sp>
        <p:nvSpPr>
          <p:cNvPr id="3" name="Content Placeholder 2">
            <a:extLst>
              <a:ext uri="{FF2B5EF4-FFF2-40B4-BE49-F238E27FC236}">
                <a16:creationId xmlns:a16="http://schemas.microsoft.com/office/drawing/2014/main" id="{21D85EC7-3634-C4E5-AA06-3A8848CC8CF0}"/>
              </a:ext>
            </a:extLst>
          </p:cNvPr>
          <p:cNvSpPr>
            <a:spLocks noGrp="1"/>
          </p:cNvSpPr>
          <p:nvPr>
            <p:ph idx="1"/>
          </p:nvPr>
        </p:nvSpPr>
        <p:spPr/>
        <p:txBody>
          <a:bodyPr/>
          <a:lstStyle/>
          <a:p>
            <a:r>
              <a:rPr lang="en-US" dirty="0"/>
              <a:t>Prompt the user to enter their first name and then last name, output whichever has more letters in it. Hint use the </a:t>
            </a:r>
            <a:r>
              <a:rPr lang="en-US" dirty="0" err="1">
                <a:latin typeface="Courier New" panose="02070309020205020404" pitchFamily="49" charset="0"/>
                <a:cs typeface="Courier New" panose="02070309020205020404" pitchFamily="49" charset="0"/>
              </a:rPr>
              <a:t>len</a:t>
            </a:r>
            <a:r>
              <a:rPr lang="en-US" dirty="0"/>
              <a:t> built-in function</a:t>
            </a:r>
          </a:p>
          <a:p>
            <a:r>
              <a:rPr lang="en-US" dirty="0"/>
              <a:t>Create an adding machine to read 2 numbers from the user and then output their sum</a:t>
            </a:r>
          </a:p>
          <a:p>
            <a:r>
              <a:rPr lang="en-US" dirty="0"/>
              <a:t>Change the Euclidean distance program to instead use Manhattan Distance</a:t>
            </a:r>
          </a:p>
          <a:p>
            <a:pPr lvl="1"/>
            <a:r>
              <a:rPr lang="en-US" dirty="0"/>
              <a:t>https://</a:t>
            </a:r>
            <a:r>
              <a:rPr lang="en-US" dirty="0" err="1"/>
              <a:t>simple.wikipedia.org</a:t>
            </a:r>
            <a:r>
              <a:rPr lang="en-US" dirty="0"/>
              <a:t>/wiki/</a:t>
            </a:r>
            <a:r>
              <a:rPr lang="en-US" dirty="0" err="1"/>
              <a:t>Manhattan_distance</a:t>
            </a:r>
            <a:endParaRPr lang="en-US" dirty="0"/>
          </a:p>
          <a:p>
            <a:endParaRPr lang="en-US" dirty="0"/>
          </a:p>
        </p:txBody>
      </p:sp>
    </p:spTree>
    <p:extLst>
      <p:ext uri="{BB962C8B-B14F-4D97-AF65-F5344CB8AC3E}">
        <p14:creationId xmlns:p14="http://schemas.microsoft.com/office/powerpoint/2010/main" val="8766766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2E3E72-BD7D-1ACB-B4B4-481650FF739A}"/>
              </a:ext>
            </a:extLst>
          </p:cNvPr>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r>
              <a:rPr lang="en-US" sz="3800">
                <a:solidFill>
                  <a:schemeClr val="bg1"/>
                </a:solidFill>
              </a:rPr>
              <a:t>Try at Home</a:t>
            </a:r>
          </a:p>
        </p:txBody>
      </p:sp>
      <p:pic>
        <p:nvPicPr>
          <p:cNvPr id="4" name="Content Placeholder 3">
            <a:extLst>
              <a:ext uri="{FF2B5EF4-FFF2-40B4-BE49-F238E27FC236}">
                <a16:creationId xmlns:a16="http://schemas.microsoft.com/office/drawing/2014/main" id="{C889A4C6-1498-1895-0E56-8DAC9B1A8BBE}"/>
              </a:ext>
            </a:extLst>
          </p:cNvPr>
          <p:cNvPicPr>
            <a:picLocks noGrp="1" noChangeAspect="1"/>
          </p:cNvPicPr>
          <p:nvPr>
            <p:ph idx="1"/>
          </p:nvPr>
        </p:nvPicPr>
        <p:blipFill>
          <a:blip r:embed="rId2"/>
          <a:stretch>
            <a:fillRect/>
          </a:stretch>
        </p:blipFill>
        <p:spPr>
          <a:xfrm>
            <a:off x="5762999" y="318585"/>
            <a:ext cx="4971261" cy="6433397"/>
          </a:xfrm>
          <a:prstGeom prst="rect">
            <a:avLst/>
          </a:prstGeom>
        </p:spPr>
      </p:pic>
      <p:sp>
        <p:nvSpPr>
          <p:cNvPr id="5" name="TextBox 4">
            <a:extLst>
              <a:ext uri="{FF2B5EF4-FFF2-40B4-BE49-F238E27FC236}">
                <a16:creationId xmlns:a16="http://schemas.microsoft.com/office/drawing/2014/main" id="{EAB6A3BB-EF8A-3860-8FCA-BCCDC95E594E}"/>
              </a:ext>
            </a:extLst>
          </p:cNvPr>
          <p:cNvSpPr txBox="1"/>
          <p:nvPr/>
        </p:nvSpPr>
        <p:spPr>
          <a:xfrm>
            <a:off x="643468" y="4306799"/>
            <a:ext cx="3557471" cy="2308324"/>
          </a:xfrm>
          <a:prstGeom prst="rect">
            <a:avLst/>
          </a:prstGeom>
          <a:noFill/>
        </p:spPr>
        <p:txBody>
          <a:bodyPr wrap="square" rtlCol="0">
            <a:spAutoFit/>
          </a:bodyPr>
          <a:lstStyle/>
          <a:p>
            <a:r>
              <a:rPr lang="en-US" dirty="0">
                <a:solidFill>
                  <a:schemeClr val="bg1"/>
                </a:solidFill>
              </a:rPr>
              <a:t>Build a Mad-Libs program, Prompt the user to input each of the blanks in the story to the right. After they have entered all the blanks output the story with the blanks filled in with their answers.</a:t>
            </a:r>
          </a:p>
          <a:p>
            <a:endParaRPr lang="en-US" dirty="0">
              <a:solidFill>
                <a:schemeClr val="bg1"/>
              </a:solidFill>
            </a:endParaRPr>
          </a:p>
          <a:p>
            <a:r>
              <a:rPr lang="en-US" dirty="0">
                <a:solidFill>
                  <a:schemeClr val="bg1"/>
                </a:solidFill>
              </a:rPr>
              <a:t>Read the output, hilarity ensues.</a:t>
            </a:r>
          </a:p>
        </p:txBody>
      </p:sp>
    </p:spTree>
    <p:extLst>
      <p:ext uri="{BB962C8B-B14F-4D97-AF65-F5344CB8AC3E}">
        <p14:creationId xmlns:p14="http://schemas.microsoft.com/office/powerpoint/2010/main" val="35961693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623E-D05A-D865-F429-FBD7AC5332F6}"/>
              </a:ext>
            </a:extLst>
          </p:cNvPr>
          <p:cNvSpPr>
            <a:spLocks noGrp="1"/>
          </p:cNvSpPr>
          <p:nvPr>
            <p:ph type="title"/>
          </p:nvPr>
        </p:nvSpPr>
        <p:spPr/>
        <p:txBody>
          <a:bodyPr/>
          <a:lstStyle/>
          <a:p>
            <a:r>
              <a:rPr lang="en-US" dirty="0"/>
              <a:t>From last try at home:</a:t>
            </a:r>
            <a:br>
              <a:rPr lang="en-US" dirty="0"/>
            </a:br>
            <a:r>
              <a:rPr lang="en-US" dirty="0"/>
              <a:t>Hotel Room Question Hints</a:t>
            </a:r>
          </a:p>
        </p:txBody>
      </p:sp>
      <p:sp>
        <p:nvSpPr>
          <p:cNvPr id="3" name="Content Placeholder 2">
            <a:extLst>
              <a:ext uri="{FF2B5EF4-FFF2-40B4-BE49-F238E27FC236}">
                <a16:creationId xmlns:a16="http://schemas.microsoft.com/office/drawing/2014/main" id="{94F9F5F7-6BE7-1B33-9091-8790869B6785}"/>
              </a:ext>
            </a:extLst>
          </p:cNvPr>
          <p:cNvSpPr>
            <a:spLocks noGrp="1"/>
          </p:cNvSpPr>
          <p:nvPr>
            <p:ph idx="1"/>
          </p:nvPr>
        </p:nvSpPr>
        <p:spPr/>
        <p:txBody>
          <a:bodyPr/>
          <a:lstStyle/>
          <a:p>
            <a:r>
              <a:rPr lang="en-US" dirty="0"/>
              <a:t>Sum of the individual digits in a 3 digit number</a:t>
            </a:r>
          </a:p>
          <a:p>
            <a:endParaRPr lang="en-US" dirty="0"/>
          </a:p>
          <a:p>
            <a:r>
              <a:rPr lang="en-US" dirty="0"/>
              <a:t>How to get the first digit (ones digit)?</a:t>
            </a:r>
          </a:p>
          <a:p>
            <a:r>
              <a:rPr lang="en-US" dirty="0"/>
              <a:t>How to access the second digit?</a:t>
            </a:r>
          </a:p>
        </p:txBody>
      </p:sp>
    </p:spTree>
    <p:extLst>
      <p:ext uri="{BB962C8B-B14F-4D97-AF65-F5344CB8AC3E}">
        <p14:creationId xmlns:p14="http://schemas.microsoft.com/office/powerpoint/2010/main" val="276757065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21780</TotalTime>
  <Words>2460</Words>
  <Application>Microsoft Macintosh PowerPoint</Application>
  <PresentationFormat>Widescreen</PresentationFormat>
  <Paragraphs>313</Paragraphs>
  <Slides>43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Arial</vt:lpstr>
      <vt:lpstr>Courier New</vt:lpstr>
      <vt:lpstr>Gill Sans MT</vt:lpstr>
      <vt:lpstr>Parcel</vt:lpstr>
      <vt:lpstr>Input/Output Built-in Functions</vt:lpstr>
      <vt:lpstr>FIND a PARTNER: Input and Output</vt:lpstr>
      <vt:lpstr>Computational Thinking: Algorithm</vt:lpstr>
      <vt:lpstr>Questions to Ask</vt:lpstr>
      <vt:lpstr>Questions to Ask</vt:lpstr>
      <vt:lpstr>Computational Thinking: Algorithm</vt:lpstr>
      <vt:lpstr>What are we really doing here?</vt:lpstr>
      <vt:lpstr>Computational Thinking Group Exercise</vt:lpstr>
      <vt:lpstr>Computational Thinking: Algorithm Refinement</vt:lpstr>
      <vt:lpstr>Keeping track of the largest?</vt:lpstr>
      <vt:lpstr>Translate to Pseudocode</vt:lpstr>
      <vt:lpstr>PseudoCode</vt:lpstr>
      <vt:lpstr>Code Examples</vt:lpstr>
      <vt:lpstr>Printing</vt:lpstr>
      <vt:lpstr>Escape Sequences</vt:lpstr>
      <vt:lpstr>Example Escape Sequences</vt:lpstr>
      <vt:lpstr>Self Check</vt:lpstr>
      <vt:lpstr>Self Check</vt:lpstr>
      <vt:lpstr>Class Participation</vt:lpstr>
      <vt:lpstr>Formatted Strings F-StRings</vt:lpstr>
      <vt:lpstr>Format Specifiers</vt:lpstr>
      <vt:lpstr>Self-Check</vt:lpstr>
      <vt:lpstr>Self-Check</vt:lpstr>
      <vt:lpstr>input</vt:lpstr>
      <vt:lpstr>Self Check</vt:lpstr>
      <vt:lpstr>Converting input to Int</vt:lpstr>
      <vt:lpstr>Find a Partner</vt:lpstr>
      <vt:lpstr>Volunteers</vt:lpstr>
      <vt:lpstr>Readability Pause</vt:lpstr>
      <vt:lpstr>Variable Names</vt:lpstr>
      <vt:lpstr>White Space</vt:lpstr>
      <vt:lpstr>White Space</vt:lpstr>
      <vt:lpstr>Comments</vt:lpstr>
      <vt:lpstr>Functions</vt:lpstr>
      <vt:lpstr>Program Flow Example</vt:lpstr>
      <vt:lpstr>More Built-ins</vt:lpstr>
      <vt:lpstr>More Built-ins</vt:lpstr>
      <vt:lpstr>More Built-ins</vt:lpstr>
      <vt:lpstr>SELF-CHECK</vt:lpstr>
      <vt:lpstr>Euclidean Distance</vt:lpstr>
      <vt:lpstr>Try at Home</vt:lpstr>
      <vt:lpstr>Try at Home</vt:lpstr>
      <vt:lpstr>From last try at home: Hotel Room Question Hints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Godbout</dc:creator>
  <cp:lastModifiedBy>Christopher Power</cp:lastModifiedBy>
  <cp:revision>2</cp:revision>
  <cp:lastPrinted>2025-09-17T12:45:54Z</cp:lastPrinted>
  <dcterms:created xsi:type="dcterms:W3CDTF">2025-06-27T17:31:36Z</dcterms:created>
  <dcterms:modified xsi:type="dcterms:W3CDTF">2026-09-23T23:28:44Z</dcterms:modified>
</cp:coreProperties>
</file>