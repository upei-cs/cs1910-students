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50"/>
  </p:notesMasterIdLst>
  <p:sldIdLst>
    <p:sldId id="313" r:id="rId2"/>
    <p:sldId id="320" r:id="rId3"/>
    <p:sldId id="330" r:id="rId4"/>
    <p:sldId id="358" r:id="rId5"/>
    <p:sldId id="355" r:id="rId6"/>
    <p:sldId id="359" r:id="rId7"/>
    <p:sldId id="353" r:id="rId8"/>
    <p:sldId id="354" r:id="rId9"/>
    <p:sldId id="360" r:id="rId10"/>
    <p:sldId id="361" r:id="rId11"/>
    <p:sldId id="363" r:id="rId12"/>
    <p:sldId id="364" r:id="rId13"/>
    <p:sldId id="365" r:id="rId14"/>
    <p:sldId id="366" r:id="rId15"/>
    <p:sldId id="368" r:id="rId16"/>
    <p:sldId id="367" r:id="rId17"/>
    <p:sldId id="260" r:id="rId18"/>
    <p:sldId id="275" r:id="rId19"/>
    <p:sldId id="369" r:id="rId20"/>
    <p:sldId id="314" r:id="rId21"/>
    <p:sldId id="321" r:id="rId22"/>
    <p:sldId id="319" r:id="rId23"/>
    <p:sldId id="317" r:id="rId24"/>
    <p:sldId id="316" r:id="rId25"/>
    <p:sldId id="326" r:id="rId26"/>
    <p:sldId id="323" r:id="rId27"/>
    <p:sldId id="324" r:id="rId28"/>
    <p:sldId id="327" r:id="rId29"/>
    <p:sldId id="328" r:id="rId30"/>
    <p:sldId id="329" r:id="rId31"/>
    <p:sldId id="322" r:id="rId32"/>
    <p:sldId id="334" r:id="rId33"/>
    <p:sldId id="331" r:id="rId34"/>
    <p:sldId id="333" r:id="rId35"/>
    <p:sldId id="332" r:id="rId36"/>
    <p:sldId id="338" r:id="rId37"/>
    <p:sldId id="370" r:id="rId38"/>
    <p:sldId id="352" r:id="rId39"/>
    <p:sldId id="371" r:id="rId40"/>
    <p:sldId id="342" r:id="rId41"/>
    <p:sldId id="372" r:id="rId42"/>
    <p:sldId id="343" r:id="rId43"/>
    <p:sldId id="344" r:id="rId44"/>
    <p:sldId id="335" r:id="rId45"/>
    <p:sldId id="346" r:id="rId46"/>
    <p:sldId id="345" r:id="rId47"/>
    <p:sldId id="347" r:id="rId48"/>
    <p:sldId id="348"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04FF32-FC90-EF4A-B97C-51DF01C0A3DE}" v="24" dt="2026-09-29T01:53:31.300"/>
    <p1510:client id="{910BA889-B274-4D61-A9E3-A61B020BDBA5}" v="72" dt="2026-09-28T21:41:40.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88" autoAdjust="0"/>
    <p:restoredTop sz="74726" autoAdjust="0"/>
  </p:normalViewPr>
  <p:slideViewPr>
    <p:cSldViewPr snapToGrid="0">
      <p:cViewPr varScale="1">
        <p:scale>
          <a:sx n="83" d="100"/>
          <a:sy n="83" d="100"/>
        </p:scale>
        <p:origin x="216"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020B0DAE-24A7-40F8-9A5C-565589CDAAC4}"/>
    <pc:docChg chg="undo custSel addSld delSld modSld">
      <pc:chgData name="Christopher Power" userId="83706efc-52ec-4aad-b93a-e27c6e901a30" providerId="ADAL" clId="{020B0DAE-24A7-40F8-9A5C-565589CDAAC4}" dt="2026-09-28T21:42:54.309" v="3594" actId="1076"/>
      <pc:docMkLst>
        <pc:docMk/>
      </pc:docMkLst>
      <pc:sldChg chg="del">
        <pc:chgData name="Christopher Power" userId="83706efc-52ec-4aad-b93a-e27c6e901a30" providerId="ADAL" clId="{020B0DAE-24A7-40F8-9A5C-565589CDAAC4}" dt="2026-09-28T20:26:44.246" v="0" actId="47"/>
        <pc:sldMkLst>
          <pc:docMk/>
          <pc:sldMk cId="2078530638" sldId="257"/>
        </pc:sldMkLst>
      </pc:sldChg>
      <pc:sldChg chg="modSp del mod">
        <pc:chgData name="Christopher Power" userId="83706efc-52ec-4aad-b93a-e27c6e901a30" providerId="ADAL" clId="{020B0DAE-24A7-40F8-9A5C-565589CDAAC4}" dt="2026-09-28T21:14:10.330" v="2569" actId="2696"/>
        <pc:sldMkLst>
          <pc:docMk/>
          <pc:sldMk cId="645151527" sldId="260"/>
        </pc:sldMkLst>
        <pc:spChg chg="mod">
          <ac:chgData name="Christopher Power" userId="83706efc-52ec-4aad-b93a-e27c6e901a30" providerId="ADAL" clId="{020B0DAE-24A7-40F8-9A5C-565589CDAAC4}" dt="2026-09-28T20:29:05.251" v="2" actId="20577"/>
          <ac:spMkLst>
            <pc:docMk/>
            <pc:sldMk cId="645151527" sldId="260"/>
            <ac:spMk id="3" creationId="{52BF1C45-1BC6-1344-58B8-103FD029F2E3}"/>
          </ac:spMkLst>
        </pc:spChg>
      </pc:sldChg>
      <pc:sldChg chg="add">
        <pc:chgData name="Christopher Power" userId="83706efc-52ec-4aad-b93a-e27c6e901a30" providerId="ADAL" clId="{020B0DAE-24A7-40F8-9A5C-565589CDAAC4}" dt="2026-09-28T21:14:16.362" v="2570"/>
        <pc:sldMkLst>
          <pc:docMk/>
          <pc:sldMk cId="1098872952" sldId="260"/>
        </pc:sldMkLst>
      </pc:sldChg>
      <pc:sldChg chg="addSp delSp modSp mod modClrScheme chgLayout">
        <pc:chgData name="Christopher Power" userId="83706efc-52ec-4aad-b93a-e27c6e901a30" providerId="ADAL" clId="{020B0DAE-24A7-40F8-9A5C-565589CDAAC4}" dt="2026-09-28T21:42:17.565" v="3589" actId="27636"/>
        <pc:sldMkLst>
          <pc:docMk/>
          <pc:sldMk cId="2403898724" sldId="275"/>
        </pc:sldMkLst>
        <pc:spChg chg="mod ord">
          <ac:chgData name="Christopher Power" userId="83706efc-52ec-4aad-b93a-e27c6e901a30" providerId="ADAL" clId="{020B0DAE-24A7-40F8-9A5C-565589CDAAC4}" dt="2026-09-28T21:42:17.550" v="3588" actId="700"/>
          <ac:spMkLst>
            <pc:docMk/>
            <pc:sldMk cId="2403898724" sldId="275"/>
            <ac:spMk id="2" creationId="{BD428E99-D03E-B2D7-7AE3-F9AA098DC4D6}"/>
          </ac:spMkLst>
        </pc:spChg>
        <pc:spChg chg="mod ord">
          <ac:chgData name="Christopher Power" userId="83706efc-52ec-4aad-b93a-e27c6e901a30" providerId="ADAL" clId="{020B0DAE-24A7-40F8-9A5C-565589CDAAC4}" dt="2026-09-28T21:42:17.565" v="3589" actId="27636"/>
          <ac:spMkLst>
            <pc:docMk/>
            <pc:sldMk cId="2403898724" sldId="275"/>
            <ac:spMk id="3" creationId="{61181D14-9B5C-A053-7CF1-DC60C8083B85}"/>
          </ac:spMkLst>
        </pc:spChg>
        <pc:spChg chg="add del mod ord">
          <ac:chgData name="Christopher Power" userId="83706efc-52ec-4aad-b93a-e27c6e901a30" providerId="ADAL" clId="{020B0DAE-24A7-40F8-9A5C-565589CDAAC4}" dt="2026-09-28T21:39:05.072" v="3508" actId="478"/>
          <ac:spMkLst>
            <pc:docMk/>
            <pc:sldMk cId="2403898724" sldId="275"/>
            <ac:spMk id="4" creationId="{49768D86-C9F7-4417-E99D-C3A5E6F03008}"/>
          </ac:spMkLst>
        </pc:spChg>
        <pc:spChg chg="del mod">
          <ac:chgData name="Christopher Power" userId="83706efc-52ec-4aad-b93a-e27c6e901a30" providerId="ADAL" clId="{020B0DAE-24A7-40F8-9A5C-565589CDAAC4}" dt="2026-09-28T21:35:50.542" v="3356"/>
          <ac:spMkLst>
            <pc:docMk/>
            <pc:sldMk cId="2403898724" sldId="275"/>
            <ac:spMk id="8" creationId="{4EE55032-9E92-B623-0256-13439EC7BE5D}"/>
          </ac:spMkLst>
        </pc:spChg>
        <pc:spChg chg="del mod">
          <ac:chgData name="Christopher Power" userId="83706efc-52ec-4aad-b93a-e27c6e901a30" providerId="ADAL" clId="{020B0DAE-24A7-40F8-9A5C-565589CDAAC4}" dt="2026-09-28T21:35:50.542" v="3354" actId="478"/>
          <ac:spMkLst>
            <pc:docMk/>
            <pc:sldMk cId="2403898724" sldId="275"/>
            <ac:spMk id="12" creationId="{62B3C884-CF86-78B3-8655-166F931D4D3A}"/>
          </ac:spMkLst>
        </pc:spChg>
      </pc:sldChg>
      <pc:sldChg chg="modNotesTx">
        <pc:chgData name="Christopher Power" userId="83706efc-52ec-4aad-b93a-e27c6e901a30" providerId="ADAL" clId="{020B0DAE-24A7-40F8-9A5C-565589CDAAC4}" dt="2026-09-28T21:41:58.313" v="3587" actId="20577"/>
        <pc:sldMkLst>
          <pc:docMk/>
          <pc:sldMk cId="4224106804" sldId="314"/>
        </pc:sldMkLst>
      </pc:sldChg>
      <pc:sldChg chg="addSp modSp mod chgLayout">
        <pc:chgData name="Christopher Power" userId="83706efc-52ec-4aad-b93a-e27c6e901a30" providerId="ADAL" clId="{020B0DAE-24A7-40F8-9A5C-565589CDAAC4}" dt="2026-09-28T21:42:54.309" v="3594" actId="1076"/>
        <pc:sldMkLst>
          <pc:docMk/>
          <pc:sldMk cId="1107331311" sldId="319"/>
        </pc:sldMkLst>
        <pc:spChg chg="mod ord">
          <ac:chgData name="Christopher Power" userId="83706efc-52ec-4aad-b93a-e27c6e901a30" providerId="ADAL" clId="{020B0DAE-24A7-40F8-9A5C-565589CDAAC4}" dt="2026-09-28T21:42:42.678" v="3590" actId="700"/>
          <ac:spMkLst>
            <pc:docMk/>
            <pc:sldMk cId="1107331311" sldId="319"/>
            <ac:spMk id="2" creationId="{5F1592B7-F47A-B246-C70E-E8B72E54AB38}"/>
          </ac:spMkLst>
        </pc:spChg>
        <pc:spChg chg="add mod ord">
          <ac:chgData name="Christopher Power" userId="83706efc-52ec-4aad-b93a-e27c6e901a30" providerId="ADAL" clId="{020B0DAE-24A7-40F8-9A5C-565589CDAAC4}" dt="2026-09-28T21:42:53.650" v="3593" actId="2711"/>
          <ac:spMkLst>
            <pc:docMk/>
            <pc:sldMk cId="1107331311" sldId="319"/>
            <ac:spMk id="4" creationId="{2E0953EC-6912-0137-3BE2-FA3DE7F03086}"/>
          </ac:spMkLst>
        </pc:spChg>
        <pc:grpChg chg="mod">
          <ac:chgData name="Christopher Power" userId="83706efc-52ec-4aad-b93a-e27c6e901a30" providerId="ADAL" clId="{020B0DAE-24A7-40F8-9A5C-565589CDAAC4}" dt="2026-09-28T21:42:54.309" v="3594" actId="1076"/>
          <ac:grpSpMkLst>
            <pc:docMk/>
            <pc:sldMk cId="1107331311" sldId="319"/>
            <ac:grpSpMk id="22" creationId="{9A2AA146-1ACD-E9F5-C1E5-A7955A94F2E6}"/>
          </ac:grpSpMkLst>
        </pc:grpChg>
      </pc:sldChg>
      <pc:sldChg chg="addSp delSp modSp add mod">
        <pc:chgData name="Christopher Power" userId="83706efc-52ec-4aad-b93a-e27c6e901a30" providerId="ADAL" clId="{020B0DAE-24A7-40F8-9A5C-565589CDAAC4}" dt="2026-09-28T21:13:51.378" v="2568" actId="1076"/>
        <pc:sldMkLst>
          <pc:docMk/>
          <pc:sldMk cId="1607270020" sldId="320"/>
        </pc:sldMkLst>
        <pc:spChg chg="mod">
          <ac:chgData name="Christopher Power" userId="83706efc-52ec-4aad-b93a-e27c6e901a30" providerId="ADAL" clId="{020B0DAE-24A7-40F8-9A5C-565589CDAAC4}" dt="2026-09-28T21:13:44.324" v="2567" actId="1076"/>
          <ac:spMkLst>
            <pc:docMk/>
            <pc:sldMk cId="1607270020" sldId="320"/>
            <ac:spMk id="3" creationId="{DF0965DA-C2C5-552F-A12E-6EACC068BA53}"/>
          </ac:spMkLst>
        </pc:spChg>
        <pc:spChg chg="del">
          <ac:chgData name="Christopher Power" userId="83706efc-52ec-4aad-b93a-e27c6e901a30" providerId="ADAL" clId="{020B0DAE-24A7-40F8-9A5C-565589CDAAC4}" dt="2026-09-28T21:08:48.602" v="2453" actId="478"/>
          <ac:spMkLst>
            <pc:docMk/>
            <pc:sldMk cId="1607270020" sldId="320"/>
            <ac:spMk id="5" creationId="{C26000B7-D5BC-938C-2581-E48CB10BD312}"/>
          </ac:spMkLst>
        </pc:spChg>
        <pc:spChg chg="del">
          <ac:chgData name="Christopher Power" userId="83706efc-52ec-4aad-b93a-e27c6e901a30" providerId="ADAL" clId="{020B0DAE-24A7-40F8-9A5C-565589CDAAC4}" dt="2026-09-28T21:08:50.030" v="2454" actId="478"/>
          <ac:spMkLst>
            <pc:docMk/>
            <pc:sldMk cId="1607270020" sldId="320"/>
            <ac:spMk id="6" creationId="{9D91971B-E475-07A7-BF7C-219E8A828148}"/>
          </ac:spMkLst>
        </pc:spChg>
        <pc:spChg chg="add mod">
          <ac:chgData name="Christopher Power" userId="83706efc-52ec-4aad-b93a-e27c6e901a30" providerId="ADAL" clId="{020B0DAE-24A7-40F8-9A5C-565589CDAAC4}" dt="2026-09-28T21:13:51.378" v="2568" actId="1076"/>
          <ac:spMkLst>
            <pc:docMk/>
            <pc:sldMk cId="1607270020" sldId="320"/>
            <ac:spMk id="7" creationId="{E2302C79-7BDB-9717-4C87-34234973619A}"/>
          </ac:spMkLst>
        </pc:spChg>
        <pc:spChg chg="add mod">
          <ac:chgData name="Christopher Power" userId="83706efc-52ec-4aad-b93a-e27c6e901a30" providerId="ADAL" clId="{020B0DAE-24A7-40F8-9A5C-565589CDAAC4}" dt="2026-09-28T21:13:51.378" v="2568" actId="1076"/>
          <ac:spMkLst>
            <pc:docMk/>
            <pc:sldMk cId="1607270020" sldId="320"/>
            <ac:spMk id="9" creationId="{AB84BDA4-BFE1-5ED8-925F-2CB9924EF39F}"/>
          </ac:spMkLst>
        </pc:spChg>
        <pc:spChg chg="add mod">
          <ac:chgData name="Christopher Power" userId="83706efc-52ec-4aad-b93a-e27c6e901a30" providerId="ADAL" clId="{020B0DAE-24A7-40F8-9A5C-565589CDAAC4}" dt="2026-09-28T21:13:51.378" v="2568" actId="1076"/>
          <ac:spMkLst>
            <pc:docMk/>
            <pc:sldMk cId="1607270020" sldId="320"/>
            <ac:spMk id="11" creationId="{56575837-E381-111D-78C7-DCA492D8E89B}"/>
          </ac:spMkLst>
        </pc:spChg>
        <pc:spChg chg="add mod">
          <ac:chgData name="Christopher Power" userId="83706efc-52ec-4aad-b93a-e27c6e901a30" providerId="ADAL" clId="{020B0DAE-24A7-40F8-9A5C-565589CDAAC4}" dt="2026-09-28T21:13:51.378" v="2568" actId="1076"/>
          <ac:spMkLst>
            <pc:docMk/>
            <pc:sldMk cId="1607270020" sldId="320"/>
            <ac:spMk id="20" creationId="{681B637E-0608-21F1-E02E-D64096BCC492}"/>
          </ac:spMkLst>
        </pc:spChg>
        <pc:spChg chg="add mod">
          <ac:chgData name="Christopher Power" userId="83706efc-52ec-4aad-b93a-e27c6e901a30" providerId="ADAL" clId="{020B0DAE-24A7-40F8-9A5C-565589CDAAC4}" dt="2026-09-28T21:13:51.378" v="2568" actId="1076"/>
          <ac:spMkLst>
            <pc:docMk/>
            <pc:sldMk cId="1607270020" sldId="320"/>
            <ac:spMk id="21" creationId="{9CDD2E29-A2C0-A261-97A7-71674FF1ADF1}"/>
          </ac:spMkLst>
        </pc:spChg>
        <pc:spChg chg="add mod">
          <ac:chgData name="Christopher Power" userId="83706efc-52ec-4aad-b93a-e27c6e901a30" providerId="ADAL" clId="{020B0DAE-24A7-40F8-9A5C-565589CDAAC4}" dt="2026-09-28T21:13:51.378" v="2568" actId="1076"/>
          <ac:spMkLst>
            <pc:docMk/>
            <pc:sldMk cId="1607270020" sldId="320"/>
            <ac:spMk id="23" creationId="{1D406843-FD9C-1430-4C61-CF4672E5084F}"/>
          </ac:spMkLst>
        </pc:spChg>
        <pc:spChg chg="add mod">
          <ac:chgData name="Christopher Power" userId="83706efc-52ec-4aad-b93a-e27c6e901a30" providerId="ADAL" clId="{020B0DAE-24A7-40F8-9A5C-565589CDAAC4}" dt="2026-09-28T21:13:51.378" v="2568" actId="1076"/>
          <ac:spMkLst>
            <pc:docMk/>
            <pc:sldMk cId="1607270020" sldId="320"/>
            <ac:spMk id="25" creationId="{762EFBA1-B4D1-83BF-09B0-7035BE1C720A}"/>
          </ac:spMkLst>
        </pc:spChg>
        <pc:spChg chg="add mod">
          <ac:chgData name="Christopher Power" userId="83706efc-52ec-4aad-b93a-e27c6e901a30" providerId="ADAL" clId="{020B0DAE-24A7-40F8-9A5C-565589CDAAC4}" dt="2026-09-28T21:13:51.378" v="2568" actId="1076"/>
          <ac:spMkLst>
            <pc:docMk/>
            <pc:sldMk cId="1607270020" sldId="320"/>
            <ac:spMk id="46" creationId="{2BF8D5DE-412B-26CD-ECF9-F4E7836F64C6}"/>
          </ac:spMkLst>
        </pc:spChg>
        <pc:spChg chg="add mod">
          <ac:chgData name="Christopher Power" userId="83706efc-52ec-4aad-b93a-e27c6e901a30" providerId="ADAL" clId="{020B0DAE-24A7-40F8-9A5C-565589CDAAC4}" dt="2026-09-28T21:13:51.378" v="2568" actId="1076"/>
          <ac:spMkLst>
            <pc:docMk/>
            <pc:sldMk cId="1607270020" sldId="320"/>
            <ac:spMk id="48" creationId="{9244E998-F3D7-DE27-3BDF-E456858FDC00}"/>
          </ac:spMkLst>
        </pc:spChg>
        <pc:picChg chg="del mod">
          <ac:chgData name="Christopher Power" userId="83706efc-52ec-4aad-b93a-e27c6e901a30" providerId="ADAL" clId="{020B0DAE-24A7-40F8-9A5C-565589CDAAC4}" dt="2026-09-28T21:13:36.238" v="2566" actId="478"/>
          <ac:picMkLst>
            <pc:docMk/>
            <pc:sldMk cId="1607270020" sldId="320"/>
            <ac:picMk id="4" creationId="{81F91014-7F2F-9F26-32D9-F04C173BC51E}"/>
          </ac:picMkLst>
        </pc:picChg>
        <pc:picChg chg="add del mod">
          <ac:chgData name="Christopher Power" userId="83706efc-52ec-4aad-b93a-e27c6e901a30" providerId="ADAL" clId="{020B0DAE-24A7-40F8-9A5C-565589CDAAC4}" dt="2026-09-28T21:13:34.414" v="2565" actId="478"/>
          <ac:picMkLst>
            <pc:docMk/>
            <pc:sldMk cId="1607270020" sldId="320"/>
            <ac:picMk id="18" creationId="{DA7A9BD3-6C1A-7ECF-EEF6-AC69A4EB26CC}"/>
          </ac:picMkLst>
        </pc:picChg>
        <pc:cxnChg chg="add mod">
          <ac:chgData name="Christopher Power" userId="83706efc-52ec-4aad-b93a-e27c6e901a30" providerId="ADAL" clId="{020B0DAE-24A7-40F8-9A5C-565589CDAAC4}" dt="2026-09-28T21:09:48.647" v="2498" actId="208"/>
          <ac:cxnSpMkLst>
            <pc:docMk/>
            <pc:sldMk cId="1607270020" sldId="320"/>
            <ac:cxnSpMk id="13" creationId="{3C7E0760-1216-41B9-6A9B-7CF5D280F9D0}"/>
          </ac:cxnSpMkLst>
        </pc:cxnChg>
        <pc:cxnChg chg="add mod">
          <ac:chgData name="Christopher Power" userId="83706efc-52ec-4aad-b93a-e27c6e901a30" providerId="ADAL" clId="{020B0DAE-24A7-40F8-9A5C-565589CDAAC4}" dt="2026-09-28T21:09:53.777" v="2501" actId="14100"/>
          <ac:cxnSpMkLst>
            <pc:docMk/>
            <pc:sldMk cId="1607270020" sldId="320"/>
            <ac:cxnSpMk id="14" creationId="{82AB7577-E7C7-36E2-56B5-028022A2D24B}"/>
          </ac:cxnSpMkLst>
        </pc:cxnChg>
        <pc:cxnChg chg="add mod">
          <ac:chgData name="Christopher Power" userId="83706efc-52ec-4aad-b93a-e27c6e901a30" providerId="ADAL" clId="{020B0DAE-24A7-40F8-9A5C-565589CDAAC4}" dt="2026-09-28T21:13:51.378" v="2568" actId="1076"/>
          <ac:cxnSpMkLst>
            <pc:docMk/>
            <pc:sldMk cId="1607270020" sldId="320"/>
            <ac:cxnSpMk id="26" creationId="{266A2EE1-66A3-FA39-8578-EF712A5E3934}"/>
          </ac:cxnSpMkLst>
        </pc:cxnChg>
        <pc:cxnChg chg="add mod">
          <ac:chgData name="Christopher Power" userId="83706efc-52ec-4aad-b93a-e27c6e901a30" providerId="ADAL" clId="{020B0DAE-24A7-40F8-9A5C-565589CDAAC4}" dt="2026-09-28T21:13:00.836" v="2547" actId="1076"/>
          <ac:cxnSpMkLst>
            <pc:docMk/>
            <pc:sldMk cId="1607270020" sldId="320"/>
            <ac:cxnSpMk id="31" creationId="{2C57AE3C-C401-B67D-582D-87768ACDC376}"/>
          </ac:cxnSpMkLst>
        </pc:cxnChg>
        <pc:cxnChg chg="add mod">
          <ac:chgData name="Christopher Power" userId="83706efc-52ec-4aad-b93a-e27c6e901a30" providerId="ADAL" clId="{020B0DAE-24A7-40F8-9A5C-565589CDAAC4}" dt="2026-09-28T21:13:00.836" v="2547" actId="1076"/>
          <ac:cxnSpMkLst>
            <pc:docMk/>
            <pc:sldMk cId="1607270020" sldId="320"/>
            <ac:cxnSpMk id="34" creationId="{94907650-319B-E448-C911-1F22CBC8ADD5}"/>
          </ac:cxnSpMkLst>
        </pc:cxnChg>
        <pc:cxnChg chg="add mod">
          <ac:chgData name="Christopher Power" userId="83706efc-52ec-4aad-b93a-e27c6e901a30" providerId="ADAL" clId="{020B0DAE-24A7-40F8-9A5C-565589CDAAC4}" dt="2026-09-28T21:13:11.383" v="2551" actId="14100"/>
          <ac:cxnSpMkLst>
            <pc:docMk/>
            <pc:sldMk cId="1607270020" sldId="320"/>
            <ac:cxnSpMk id="43" creationId="{224F18D2-3D14-475D-7B7E-BE26C4289426}"/>
          </ac:cxnSpMkLst>
        </pc:cxnChg>
      </pc:sldChg>
      <pc:sldChg chg="del">
        <pc:chgData name="Christopher Power" userId="83706efc-52ec-4aad-b93a-e27c6e901a30" providerId="ADAL" clId="{020B0DAE-24A7-40F8-9A5C-565589CDAAC4}" dt="2026-09-28T21:07:11.891" v="2015" actId="2696"/>
        <pc:sldMkLst>
          <pc:docMk/>
          <pc:sldMk cId="3461240213" sldId="320"/>
        </pc:sldMkLst>
      </pc:sldChg>
      <pc:sldChg chg="modSp add mod setBg chgLayout">
        <pc:chgData name="Christopher Power" userId="83706efc-52ec-4aad-b93a-e27c6e901a30" providerId="ADAL" clId="{020B0DAE-24A7-40F8-9A5C-565589CDAAC4}" dt="2026-09-28T21:34:11.841" v="3277" actId="313"/>
        <pc:sldMkLst>
          <pc:docMk/>
          <pc:sldMk cId="2603692631" sldId="330"/>
        </pc:sldMkLst>
        <pc:spChg chg="mod ord">
          <ac:chgData name="Christopher Power" userId="83706efc-52ec-4aad-b93a-e27c6e901a30" providerId="ADAL" clId="{020B0DAE-24A7-40F8-9A5C-565589CDAAC4}" dt="2026-09-28T20:50:34.406" v="1601" actId="20577"/>
          <ac:spMkLst>
            <pc:docMk/>
            <pc:sldMk cId="2603692631" sldId="330"/>
            <ac:spMk id="2" creationId="{DBA98C3C-26DC-3A9F-AF38-576222F1BBBB}"/>
          </ac:spMkLst>
        </pc:spChg>
        <pc:spChg chg="mod ord">
          <ac:chgData name="Christopher Power" userId="83706efc-52ec-4aad-b93a-e27c6e901a30" providerId="ADAL" clId="{020B0DAE-24A7-40F8-9A5C-565589CDAAC4}" dt="2026-09-28T21:34:11.841" v="3277" actId="313"/>
          <ac:spMkLst>
            <pc:docMk/>
            <pc:sldMk cId="2603692631" sldId="330"/>
            <ac:spMk id="3" creationId="{C10D9356-685E-B162-1C4F-D909DA4103B5}"/>
          </ac:spMkLst>
        </pc:spChg>
      </pc:sldChg>
      <pc:sldChg chg="del">
        <pc:chgData name="Christopher Power" userId="83706efc-52ec-4aad-b93a-e27c6e901a30" providerId="ADAL" clId="{020B0DAE-24A7-40F8-9A5C-565589CDAAC4}" dt="2026-09-28T20:30:16.043" v="4" actId="2696"/>
        <pc:sldMkLst>
          <pc:docMk/>
          <pc:sldMk cId="3440588457" sldId="330"/>
        </pc:sldMkLst>
      </pc:sldChg>
      <pc:sldChg chg="del">
        <pc:chgData name="Christopher Power" userId="83706efc-52ec-4aad-b93a-e27c6e901a30" providerId="ADAL" clId="{020B0DAE-24A7-40F8-9A5C-565589CDAAC4}" dt="2026-09-28T20:29:56.530" v="3" actId="47"/>
        <pc:sldMkLst>
          <pc:docMk/>
          <pc:sldMk cId="3845101712" sldId="349"/>
        </pc:sldMkLst>
      </pc:sldChg>
      <pc:sldChg chg="addSp delSp modSp add mod modClrScheme chgLayout">
        <pc:chgData name="Christopher Power" userId="83706efc-52ec-4aad-b93a-e27c6e901a30" providerId="ADAL" clId="{020B0DAE-24A7-40F8-9A5C-565589CDAAC4}" dt="2026-09-28T21:30:21.732" v="3167" actId="113"/>
        <pc:sldMkLst>
          <pc:docMk/>
          <pc:sldMk cId="3047553277" sldId="353"/>
        </pc:sldMkLst>
        <pc:spChg chg="mod ord">
          <ac:chgData name="Christopher Power" userId="83706efc-52ec-4aad-b93a-e27c6e901a30" providerId="ADAL" clId="{020B0DAE-24A7-40F8-9A5C-565589CDAAC4}" dt="2026-09-28T21:30:21.732" v="3167" actId="113"/>
          <ac:spMkLst>
            <pc:docMk/>
            <pc:sldMk cId="3047553277" sldId="353"/>
            <ac:spMk id="2" creationId="{BC0B1783-28D9-0ED5-0A75-7A222A708CF7}"/>
          </ac:spMkLst>
        </pc:spChg>
        <pc:spChg chg="mod ord">
          <ac:chgData name="Christopher Power" userId="83706efc-52ec-4aad-b93a-e27c6e901a30" providerId="ADAL" clId="{020B0DAE-24A7-40F8-9A5C-565589CDAAC4}" dt="2026-09-28T20:57:35.015" v="1774" actId="113"/>
          <ac:spMkLst>
            <pc:docMk/>
            <pc:sldMk cId="3047553277" sldId="353"/>
            <ac:spMk id="3" creationId="{206DA02B-FC27-0F17-7CB0-0293EABDF041}"/>
          </ac:spMkLst>
        </pc:spChg>
        <pc:spChg chg="add mod">
          <ac:chgData name="Christopher Power" userId="83706efc-52ec-4aad-b93a-e27c6e901a30" providerId="ADAL" clId="{020B0DAE-24A7-40F8-9A5C-565589CDAAC4}" dt="2026-09-28T20:31:24.391" v="11" actId="27636"/>
          <ac:spMkLst>
            <pc:docMk/>
            <pc:sldMk cId="3047553277" sldId="353"/>
            <ac:spMk id="4" creationId="{B81538C0-9CDC-2852-CB45-73E59B1649F9}"/>
          </ac:spMkLst>
        </pc:spChg>
        <pc:spChg chg="add del mod ord">
          <ac:chgData name="Christopher Power" userId="83706efc-52ec-4aad-b93a-e27c6e901a30" providerId="ADAL" clId="{020B0DAE-24A7-40F8-9A5C-565589CDAAC4}" dt="2026-09-28T20:57:00.653" v="1759" actId="478"/>
          <ac:spMkLst>
            <pc:docMk/>
            <pc:sldMk cId="3047553277" sldId="353"/>
            <ac:spMk id="5" creationId="{53E5E01D-1914-30B5-AD0F-FA2A7821D347}"/>
          </ac:spMkLst>
        </pc:spChg>
        <pc:spChg chg="add mod">
          <ac:chgData name="Christopher Power" userId="83706efc-52ec-4aad-b93a-e27c6e901a30" providerId="ADAL" clId="{020B0DAE-24A7-40F8-9A5C-565589CDAAC4}" dt="2026-09-28T20:31:40.566" v="21"/>
          <ac:spMkLst>
            <pc:docMk/>
            <pc:sldMk cId="3047553277" sldId="353"/>
            <ac:spMk id="6" creationId="{C8DEEEAA-2089-1F1D-BF43-F389D828607A}"/>
          </ac:spMkLst>
        </pc:spChg>
      </pc:sldChg>
      <pc:sldChg chg="delSp modSp add mod modClrScheme chgLayout modNotesTx">
        <pc:chgData name="Christopher Power" userId="83706efc-52ec-4aad-b93a-e27c6e901a30" providerId="ADAL" clId="{020B0DAE-24A7-40F8-9A5C-565589CDAAC4}" dt="2026-09-28T21:30:27.830" v="3168" actId="113"/>
        <pc:sldMkLst>
          <pc:docMk/>
          <pc:sldMk cId="623592909" sldId="354"/>
        </pc:sldMkLst>
        <pc:spChg chg="mod ord">
          <ac:chgData name="Christopher Power" userId="83706efc-52ec-4aad-b93a-e27c6e901a30" providerId="ADAL" clId="{020B0DAE-24A7-40F8-9A5C-565589CDAAC4}" dt="2026-09-28T21:30:27.830" v="3168" actId="113"/>
          <ac:spMkLst>
            <pc:docMk/>
            <pc:sldMk cId="623592909" sldId="354"/>
            <ac:spMk id="2" creationId="{57835EE7-2854-8B0A-C923-BE6CB7015DE4}"/>
          </ac:spMkLst>
        </pc:spChg>
        <pc:spChg chg="mod ord">
          <ac:chgData name="Christopher Power" userId="83706efc-52ec-4aad-b93a-e27c6e901a30" providerId="ADAL" clId="{020B0DAE-24A7-40F8-9A5C-565589CDAAC4}" dt="2026-09-28T20:58:36.659" v="1871" actId="113"/>
          <ac:spMkLst>
            <pc:docMk/>
            <pc:sldMk cId="623592909" sldId="354"/>
            <ac:spMk id="3" creationId="{C5C214F5-DA5D-C577-6016-EBAE3E6C2188}"/>
          </ac:spMkLst>
        </pc:spChg>
        <pc:spChg chg="del mod ord">
          <ac:chgData name="Christopher Power" userId="83706efc-52ec-4aad-b93a-e27c6e901a30" providerId="ADAL" clId="{020B0DAE-24A7-40F8-9A5C-565589CDAAC4}" dt="2026-09-28T20:58:02.057" v="1781" actId="478"/>
          <ac:spMkLst>
            <pc:docMk/>
            <pc:sldMk cId="623592909" sldId="354"/>
            <ac:spMk id="5" creationId="{42B1B4AC-1DC8-204A-6353-D29682A5AE31}"/>
          </ac:spMkLst>
        </pc:spChg>
      </pc:sldChg>
      <pc:sldChg chg="new del">
        <pc:chgData name="Christopher Power" userId="83706efc-52ec-4aad-b93a-e27c6e901a30" providerId="ADAL" clId="{020B0DAE-24A7-40F8-9A5C-565589CDAAC4}" dt="2026-09-28T20:31:47.157" v="23" actId="680"/>
        <pc:sldMkLst>
          <pc:docMk/>
          <pc:sldMk cId="1969418457" sldId="354"/>
        </pc:sldMkLst>
      </pc:sldChg>
      <pc:sldChg chg="modSp new mod">
        <pc:chgData name="Christopher Power" userId="83706efc-52ec-4aad-b93a-e27c6e901a30" providerId="ADAL" clId="{020B0DAE-24A7-40F8-9A5C-565589CDAAC4}" dt="2026-09-28T20:55:20.701" v="1738" actId="15"/>
        <pc:sldMkLst>
          <pc:docMk/>
          <pc:sldMk cId="3062569497" sldId="355"/>
        </pc:sldMkLst>
        <pc:spChg chg="mod">
          <ac:chgData name="Christopher Power" userId="83706efc-52ec-4aad-b93a-e27c6e901a30" providerId="ADAL" clId="{020B0DAE-24A7-40F8-9A5C-565589CDAAC4}" dt="2026-09-28T20:40:52.402" v="1329" actId="20577"/>
          <ac:spMkLst>
            <pc:docMk/>
            <pc:sldMk cId="3062569497" sldId="355"/>
            <ac:spMk id="2" creationId="{C7717A89-C1EC-C7F8-E039-FFCE0B765EE1}"/>
          </ac:spMkLst>
        </pc:spChg>
        <pc:spChg chg="mod">
          <ac:chgData name="Christopher Power" userId="83706efc-52ec-4aad-b93a-e27c6e901a30" providerId="ADAL" clId="{020B0DAE-24A7-40F8-9A5C-565589CDAAC4}" dt="2026-09-28T20:55:20.701" v="1738" actId="15"/>
          <ac:spMkLst>
            <pc:docMk/>
            <pc:sldMk cId="3062569497" sldId="355"/>
            <ac:spMk id="3" creationId="{2B688836-97B3-4D79-960B-BBCD12140F69}"/>
          </ac:spMkLst>
        </pc:spChg>
      </pc:sldChg>
      <pc:sldChg chg="modSp add del mod">
        <pc:chgData name="Christopher Power" userId="83706efc-52ec-4aad-b93a-e27c6e901a30" providerId="ADAL" clId="{020B0DAE-24A7-40F8-9A5C-565589CDAAC4}" dt="2026-09-28T20:51:55.186" v="1608" actId="47"/>
        <pc:sldMkLst>
          <pc:docMk/>
          <pc:sldMk cId="502253828" sldId="356"/>
        </pc:sldMkLst>
        <pc:spChg chg="mod">
          <ac:chgData name="Christopher Power" userId="83706efc-52ec-4aad-b93a-e27c6e901a30" providerId="ADAL" clId="{020B0DAE-24A7-40F8-9A5C-565589CDAAC4}" dt="2026-09-28T20:42:24.793" v="1580" actId="20577"/>
          <ac:spMkLst>
            <pc:docMk/>
            <pc:sldMk cId="502253828" sldId="356"/>
            <ac:spMk id="3" creationId="{5C221F8E-47B4-2CC1-A723-6C1781F09845}"/>
          </ac:spMkLst>
        </pc:spChg>
      </pc:sldChg>
      <pc:sldChg chg="modSp add del mod">
        <pc:chgData name="Christopher Power" userId="83706efc-52ec-4aad-b93a-e27c6e901a30" providerId="ADAL" clId="{020B0DAE-24A7-40F8-9A5C-565589CDAAC4}" dt="2026-09-28T21:34:22.526" v="3278" actId="47"/>
        <pc:sldMkLst>
          <pc:docMk/>
          <pc:sldMk cId="2251186876" sldId="357"/>
        </pc:sldMkLst>
        <pc:spChg chg="mod">
          <ac:chgData name="Christopher Power" userId="83706efc-52ec-4aad-b93a-e27c6e901a30" providerId="ADAL" clId="{020B0DAE-24A7-40F8-9A5C-565589CDAAC4}" dt="2026-09-28T20:52:34.242" v="1618" actId="1076"/>
          <ac:spMkLst>
            <pc:docMk/>
            <pc:sldMk cId="2251186876" sldId="357"/>
            <ac:spMk id="3" creationId="{E15122C8-46EF-9E27-EBC7-02ED438309A8}"/>
          </ac:spMkLst>
        </pc:spChg>
      </pc:sldChg>
      <pc:sldChg chg="delSp modSp add mod chgLayout">
        <pc:chgData name="Christopher Power" userId="83706efc-52ec-4aad-b93a-e27c6e901a30" providerId="ADAL" clId="{020B0DAE-24A7-40F8-9A5C-565589CDAAC4}" dt="2026-09-28T21:33:37.036" v="3225" actId="20577"/>
        <pc:sldMkLst>
          <pc:docMk/>
          <pc:sldMk cId="238948440" sldId="358"/>
        </pc:sldMkLst>
        <pc:spChg chg="mod ord">
          <ac:chgData name="Christopher Power" userId="83706efc-52ec-4aad-b93a-e27c6e901a30" providerId="ADAL" clId="{020B0DAE-24A7-40F8-9A5C-565589CDAAC4}" dt="2026-09-28T21:33:37.036" v="3225" actId="20577"/>
          <ac:spMkLst>
            <pc:docMk/>
            <pc:sldMk cId="238948440" sldId="358"/>
            <ac:spMk id="2" creationId="{91FC93B7-9174-9646-56A4-A0917677FA42}"/>
          </ac:spMkLst>
        </pc:spChg>
        <pc:spChg chg="mod ord">
          <ac:chgData name="Christopher Power" userId="83706efc-52ec-4aad-b93a-e27c6e901a30" providerId="ADAL" clId="{020B0DAE-24A7-40F8-9A5C-565589CDAAC4}" dt="2026-09-28T20:54:13.154" v="1717" actId="12"/>
          <ac:spMkLst>
            <pc:docMk/>
            <pc:sldMk cId="238948440" sldId="358"/>
            <ac:spMk id="3" creationId="{A9F76A80-044D-1B22-6F86-989C76D94BE8}"/>
          </ac:spMkLst>
        </pc:spChg>
        <pc:picChg chg="del">
          <ac:chgData name="Christopher Power" userId="83706efc-52ec-4aad-b93a-e27c6e901a30" providerId="ADAL" clId="{020B0DAE-24A7-40F8-9A5C-565589CDAAC4}" dt="2026-09-28T20:53:15.819" v="1626" actId="478"/>
          <ac:picMkLst>
            <pc:docMk/>
            <pc:sldMk cId="238948440" sldId="358"/>
            <ac:picMk id="5" creationId="{D1F2C120-477A-2718-AE8E-A5BCD858BF45}"/>
          </ac:picMkLst>
        </pc:picChg>
      </pc:sldChg>
      <pc:sldChg chg="modSp new mod">
        <pc:chgData name="Christopher Power" userId="83706efc-52ec-4aad-b93a-e27c6e901a30" providerId="ADAL" clId="{020B0DAE-24A7-40F8-9A5C-565589CDAAC4}" dt="2026-09-28T21:30:14.288" v="3166" actId="27636"/>
        <pc:sldMkLst>
          <pc:docMk/>
          <pc:sldMk cId="3382182743" sldId="359"/>
        </pc:sldMkLst>
        <pc:spChg chg="mod">
          <ac:chgData name="Christopher Power" userId="83706efc-52ec-4aad-b93a-e27c6e901a30" providerId="ADAL" clId="{020B0DAE-24A7-40F8-9A5C-565589CDAAC4}" dt="2026-09-28T21:30:14.288" v="3166" actId="27636"/>
          <ac:spMkLst>
            <pc:docMk/>
            <pc:sldMk cId="3382182743" sldId="359"/>
            <ac:spMk id="2" creationId="{D68B2A17-6AD1-2D70-E867-8E40611FD37B}"/>
          </ac:spMkLst>
        </pc:spChg>
        <pc:spChg chg="mod">
          <ac:chgData name="Christopher Power" userId="83706efc-52ec-4aad-b93a-e27c6e901a30" providerId="ADAL" clId="{020B0DAE-24A7-40F8-9A5C-565589CDAAC4}" dt="2026-09-28T20:56:35.181" v="1756" actId="20577"/>
          <ac:spMkLst>
            <pc:docMk/>
            <pc:sldMk cId="3382182743" sldId="359"/>
            <ac:spMk id="3" creationId="{89FA7470-6B11-7FA7-7B7A-3A49E0F40D48}"/>
          </ac:spMkLst>
        </pc:spChg>
      </pc:sldChg>
      <pc:sldChg chg="modSp new mod">
        <pc:chgData name="Christopher Power" userId="83706efc-52ec-4aad-b93a-e27c6e901a30" providerId="ADAL" clId="{020B0DAE-24A7-40F8-9A5C-565589CDAAC4}" dt="2026-09-28T21:30:48.269" v="3170" actId="113"/>
        <pc:sldMkLst>
          <pc:docMk/>
          <pc:sldMk cId="4190622619" sldId="360"/>
        </pc:sldMkLst>
        <pc:spChg chg="mod">
          <ac:chgData name="Christopher Power" userId="83706efc-52ec-4aad-b93a-e27c6e901a30" providerId="ADAL" clId="{020B0DAE-24A7-40F8-9A5C-565589CDAAC4}" dt="2026-09-28T21:30:48.269" v="3170" actId="113"/>
          <ac:spMkLst>
            <pc:docMk/>
            <pc:sldMk cId="4190622619" sldId="360"/>
            <ac:spMk id="2" creationId="{652F80ED-1D6F-EBA5-F0F9-2A30BBB800EB}"/>
          </ac:spMkLst>
        </pc:spChg>
        <pc:spChg chg="mod">
          <ac:chgData name="Christopher Power" userId="83706efc-52ec-4aad-b93a-e27c6e901a30" providerId="ADAL" clId="{020B0DAE-24A7-40F8-9A5C-565589CDAAC4}" dt="2026-09-28T20:59:06.436" v="1880" actId="21"/>
          <ac:spMkLst>
            <pc:docMk/>
            <pc:sldMk cId="4190622619" sldId="360"/>
            <ac:spMk id="3" creationId="{C4450917-EAA6-E039-3920-56988E3E1F0E}"/>
          </ac:spMkLst>
        </pc:spChg>
      </pc:sldChg>
      <pc:sldChg chg="modSp add mod">
        <pc:chgData name="Christopher Power" userId="83706efc-52ec-4aad-b93a-e27c6e901a30" providerId="ADAL" clId="{020B0DAE-24A7-40F8-9A5C-565589CDAAC4}" dt="2026-09-28T21:31:58.285" v="3182" actId="113"/>
        <pc:sldMkLst>
          <pc:docMk/>
          <pc:sldMk cId="1353602814" sldId="361"/>
        </pc:sldMkLst>
        <pc:spChg chg="mod">
          <ac:chgData name="Christopher Power" userId="83706efc-52ec-4aad-b93a-e27c6e901a30" providerId="ADAL" clId="{020B0DAE-24A7-40F8-9A5C-565589CDAAC4}" dt="2026-09-28T21:30:52.918" v="3171" actId="113"/>
          <ac:spMkLst>
            <pc:docMk/>
            <pc:sldMk cId="1353602814" sldId="361"/>
            <ac:spMk id="2" creationId="{CB38C63C-BA45-C1A2-E898-8A04A9AEE03A}"/>
          </ac:spMkLst>
        </pc:spChg>
        <pc:spChg chg="mod">
          <ac:chgData name="Christopher Power" userId="83706efc-52ec-4aad-b93a-e27c6e901a30" providerId="ADAL" clId="{020B0DAE-24A7-40F8-9A5C-565589CDAAC4}" dt="2026-09-28T21:31:58.285" v="3182" actId="113"/>
          <ac:spMkLst>
            <pc:docMk/>
            <pc:sldMk cId="1353602814" sldId="361"/>
            <ac:spMk id="3" creationId="{11C4C49E-E60C-D5CC-5116-B8858AE2F2BA}"/>
          </ac:spMkLst>
        </pc:spChg>
      </pc:sldChg>
      <pc:sldChg chg="modSp add del mod">
        <pc:chgData name="Christopher Power" userId="83706efc-52ec-4aad-b93a-e27c6e901a30" providerId="ADAL" clId="{020B0DAE-24A7-40F8-9A5C-565589CDAAC4}" dt="2026-09-28T21:31:07.506" v="3174" actId="47"/>
        <pc:sldMkLst>
          <pc:docMk/>
          <pc:sldMk cId="3702485564" sldId="362"/>
        </pc:sldMkLst>
        <pc:spChg chg="mod">
          <ac:chgData name="Christopher Power" userId="83706efc-52ec-4aad-b93a-e27c6e901a30" providerId="ADAL" clId="{020B0DAE-24A7-40F8-9A5C-565589CDAAC4}" dt="2026-09-28T21:30:55.535" v="3172" actId="113"/>
          <ac:spMkLst>
            <pc:docMk/>
            <pc:sldMk cId="3702485564" sldId="362"/>
            <ac:spMk id="2" creationId="{77B095FA-6B3F-9FC5-31C8-BE6A1DEE348A}"/>
          </ac:spMkLst>
        </pc:spChg>
        <pc:spChg chg="mod">
          <ac:chgData name="Christopher Power" userId="83706efc-52ec-4aad-b93a-e27c6e901a30" providerId="ADAL" clId="{020B0DAE-24A7-40F8-9A5C-565589CDAAC4}" dt="2026-09-28T21:00:52.790" v="1947" actId="27636"/>
          <ac:spMkLst>
            <pc:docMk/>
            <pc:sldMk cId="3702485564" sldId="362"/>
            <ac:spMk id="3" creationId="{AFD12F9D-2D1F-FA22-A826-0E00AA2F21D9}"/>
          </ac:spMkLst>
        </pc:spChg>
      </pc:sldChg>
      <pc:sldChg chg="modSp add mod">
        <pc:chgData name="Christopher Power" userId="83706efc-52ec-4aad-b93a-e27c6e901a30" providerId="ADAL" clId="{020B0DAE-24A7-40F8-9A5C-565589CDAAC4}" dt="2026-09-28T21:33:16.505" v="3223" actId="20577"/>
        <pc:sldMkLst>
          <pc:docMk/>
          <pc:sldMk cId="161149725" sldId="363"/>
        </pc:sldMkLst>
        <pc:spChg chg="mod">
          <ac:chgData name="Christopher Power" userId="83706efc-52ec-4aad-b93a-e27c6e901a30" providerId="ADAL" clId="{020B0DAE-24A7-40F8-9A5C-565589CDAAC4}" dt="2026-09-28T21:33:16.505" v="3223" actId="20577"/>
          <ac:spMkLst>
            <pc:docMk/>
            <pc:sldMk cId="161149725" sldId="363"/>
            <ac:spMk id="2" creationId="{54377B6E-0748-6AC0-B644-6ACDFC3D0E6E}"/>
          </ac:spMkLst>
        </pc:spChg>
        <pc:spChg chg="mod">
          <ac:chgData name="Christopher Power" userId="83706efc-52ec-4aad-b93a-e27c6e901a30" providerId="ADAL" clId="{020B0DAE-24A7-40F8-9A5C-565589CDAAC4}" dt="2026-09-28T21:32:57.865" v="3203" actId="113"/>
          <ac:spMkLst>
            <pc:docMk/>
            <pc:sldMk cId="161149725" sldId="363"/>
            <ac:spMk id="3" creationId="{97DD956C-B075-6D4F-151E-307EEC8B1C09}"/>
          </ac:spMkLst>
        </pc:spChg>
      </pc:sldChg>
      <pc:sldChg chg="modSp add mod">
        <pc:chgData name="Christopher Power" userId="83706efc-52ec-4aad-b93a-e27c6e901a30" providerId="ADAL" clId="{020B0DAE-24A7-40F8-9A5C-565589CDAAC4}" dt="2026-09-28T21:32:15.537" v="3193" actId="20577"/>
        <pc:sldMkLst>
          <pc:docMk/>
          <pc:sldMk cId="1171134372" sldId="364"/>
        </pc:sldMkLst>
        <pc:spChg chg="mod">
          <ac:chgData name="Christopher Power" userId="83706efc-52ec-4aad-b93a-e27c6e901a30" providerId="ADAL" clId="{020B0DAE-24A7-40F8-9A5C-565589CDAAC4}" dt="2026-09-28T21:31:10.841" v="3175" actId="113"/>
          <ac:spMkLst>
            <pc:docMk/>
            <pc:sldMk cId="1171134372" sldId="364"/>
            <ac:spMk id="2" creationId="{20D33F78-60FD-D308-092D-2AE4B7A41645}"/>
          </ac:spMkLst>
        </pc:spChg>
        <pc:spChg chg="mod">
          <ac:chgData name="Christopher Power" userId="83706efc-52ec-4aad-b93a-e27c6e901a30" providerId="ADAL" clId="{020B0DAE-24A7-40F8-9A5C-565589CDAAC4}" dt="2026-09-28T21:32:15.537" v="3193" actId="20577"/>
          <ac:spMkLst>
            <pc:docMk/>
            <pc:sldMk cId="1171134372" sldId="364"/>
            <ac:spMk id="3" creationId="{37626B6F-468B-D3A0-DC72-2609AE006855}"/>
          </ac:spMkLst>
        </pc:spChg>
      </pc:sldChg>
      <pc:sldChg chg="addSp modSp add mod modClrScheme chgLayout">
        <pc:chgData name="Christopher Power" userId="83706efc-52ec-4aad-b93a-e27c6e901a30" providerId="ADAL" clId="{020B0DAE-24A7-40F8-9A5C-565589CDAAC4}" dt="2026-09-28T21:31:15.208" v="3176" actId="113"/>
        <pc:sldMkLst>
          <pc:docMk/>
          <pc:sldMk cId="2576205459" sldId="365"/>
        </pc:sldMkLst>
        <pc:spChg chg="mod ord">
          <ac:chgData name="Christopher Power" userId="83706efc-52ec-4aad-b93a-e27c6e901a30" providerId="ADAL" clId="{020B0DAE-24A7-40F8-9A5C-565589CDAAC4}" dt="2026-09-28T21:31:15.208" v="3176" actId="113"/>
          <ac:spMkLst>
            <pc:docMk/>
            <pc:sldMk cId="2576205459" sldId="365"/>
            <ac:spMk id="2" creationId="{264BF7C8-1074-EDFF-8098-0C58BF6A381B}"/>
          </ac:spMkLst>
        </pc:spChg>
        <pc:spChg chg="mod ord">
          <ac:chgData name="Christopher Power" userId="83706efc-52ec-4aad-b93a-e27c6e901a30" providerId="ADAL" clId="{020B0DAE-24A7-40F8-9A5C-565589CDAAC4}" dt="2026-09-28T21:22:26.749" v="2757" actId="27636"/>
          <ac:spMkLst>
            <pc:docMk/>
            <pc:sldMk cId="2576205459" sldId="365"/>
            <ac:spMk id="3" creationId="{5509231F-51D1-E5ED-2FC0-10985A96D899}"/>
          </ac:spMkLst>
        </pc:spChg>
        <pc:spChg chg="add mod ord">
          <ac:chgData name="Christopher Power" userId="83706efc-52ec-4aad-b93a-e27c6e901a30" providerId="ADAL" clId="{020B0DAE-24A7-40F8-9A5C-565589CDAAC4}" dt="2026-09-28T21:24:20.550" v="2813" actId="20577"/>
          <ac:spMkLst>
            <pc:docMk/>
            <pc:sldMk cId="2576205459" sldId="365"/>
            <ac:spMk id="4" creationId="{B5D31E3D-22CB-5887-22F7-3C64CC4AEE33}"/>
          </ac:spMkLst>
        </pc:spChg>
      </pc:sldChg>
      <pc:sldChg chg="addSp delSp modSp new mod modClrScheme chgLayout">
        <pc:chgData name="Christopher Power" userId="83706efc-52ec-4aad-b93a-e27c6e901a30" providerId="ADAL" clId="{020B0DAE-24A7-40F8-9A5C-565589CDAAC4}" dt="2026-09-28T21:05:39.687" v="2014" actId="20577"/>
        <pc:sldMkLst>
          <pc:docMk/>
          <pc:sldMk cId="2549994097" sldId="366"/>
        </pc:sldMkLst>
        <pc:spChg chg="del mod ord">
          <ac:chgData name="Christopher Power" userId="83706efc-52ec-4aad-b93a-e27c6e901a30" providerId="ADAL" clId="{020B0DAE-24A7-40F8-9A5C-565589CDAAC4}" dt="2026-09-28T21:05:23.181" v="2000" actId="700"/>
          <ac:spMkLst>
            <pc:docMk/>
            <pc:sldMk cId="2549994097" sldId="366"/>
            <ac:spMk id="2" creationId="{53B9964F-CA40-0AA6-303F-91DE1392CAB0}"/>
          </ac:spMkLst>
        </pc:spChg>
        <pc:spChg chg="del mod ord">
          <ac:chgData name="Christopher Power" userId="83706efc-52ec-4aad-b93a-e27c6e901a30" providerId="ADAL" clId="{020B0DAE-24A7-40F8-9A5C-565589CDAAC4}" dt="2026-09-28T21:05:23.181" v="2000" actId="700"/>
          <ac:spMkLst>
            <pc:docMk/>
            <pc:sldMk cId="2549994097" sldId="366"/>
            <ac:spMk id="3" creationId="{82A3C9AF-0A2D-AA69-BECB-C587AFF5C5FE}"/>
          </ac:spMkLst>
        </pc:spChg>
        <pc:spChg chg="del">
          <ac:chgData name="Christopher Power" userId="83706efc-52ec-4aad-b93a-e27c6e901a30" providerId="ADAL" clId="{020B0DAE-24A7-40F8-9A5C-565589CDAAC4}" dt="2026-09-28T21:05:23.181" v="2000" actId="700"/>
          <ac:spMkLst>
            <pc:docMk/>
            <pc:sldMk cId="2549994097" sldId="366"/>
            <ac:spMk id="4" creationId="{EB30496A-3C0D-AE59-BCA6-8F8696C3F086}"/>
          </ac:spMkLst>
        </pc:spChg>
        <pc:spChg chg="add mod ord">
          <ac:chgData name="Christopher Power" userId="83706efc-52ec-4aad-b93a-e27c6e901a30" providerId="ADAL" clId="{020B0DAE-24A7-40F8-9A5C-565589CDAAC4}" dt="2026-09-28T21:05:31.780" v="2007" actId="12"/>
          <ac:spMkLst>
            <pc:docMk/>
            <pc:sldMk cId="2549994097" sldId="366"/>
            <ac:spMk id="5" creationId="{59A6B47D-C61C-E401-C390-9205C5E1883A}"/>
          </ac:spMkLst>
        </pc:spChg>
        <pc:spChg chg="add mod ord">
          <ac:chgData name="Christopher Power" userId="83706efc-52ec-4aad-b93a-e27c6e901a30" providerId="ADAL" clId="{020B0DAE-24A7-40F8-9A5C-565589CDAAC4}" dt="2026-09-28T21:05:39.687" v="2014" actId="20577"/>
          <ac:spMkLst>
            <pc:docMk/>
            <pc:sldMk cId="2549994097" sldId="366"/>
            <ac:spMk id="6" creationId="{0689A06F-A012-7D69-9BBD-ECFC1242A2FE}"/>
          </ac:spMkLst>
        </pc:spChg>
      </pc:sldChg>
      <pc:sldChg chg="modSp new del mod">
        <pc:chgData name="Christopher Power" userId="83706efc-52ec-4aad-b93a-e27c6e901a30" providerId="ADAL" clId="{020B0DAE-24A7-40F8-9A5C-565589CDAAC4}" dt="2026-09-28T21:07:30.017" v="2052" actId="47"/>
        <pc:sldMkLst>
          <pc:docMk/>
          <pc:sldMk cId="2676528725" sldId="367"/>
        </pc:sldMkLst>
        <pc:spChg chg="mod">
          <ac:chgData name="Christopher Power" userId="83706efc-52ec-4aad-b93a-e27c6e901a30" providerId="ADAL" clId="{020B0DAE-24A7-40F8-9A5C-565589CDAAC4}" dt="2026-09-28T21:07:24.658" v="2050" actId="20577"/>
          <ac:spMkLst>
            <pc:docMk/>
            <pc:sldMk cId="2676528725" sldId="367"/>
            <ac:spMk id="2" creationId="{80E2E2E0-1969-21C6-1C72-68FE19BDD439}"/>
          </ac:spMkLst>
        </pc:spChg>
      </pc:sldChg>
      <pc:sldChg chg="addSp modSp add mod modClrScheme chgLayout">
        <pc:chgData name="Christopher Power" userId="83706efc-52ec-4aad-b93a-e27c6e901a30" providerId="ADAL" clId="{020B0DAE-24A7-40F8-9A5C-565589CDAAC4}" dt="2026-09-28T21:29:59.571" v="3161" actId="113"/>
        <pc:sldMkLst>
          <pc:docMk/>
          <pc:sldMk cId="4218391012" sldId="367"/>
        </pc:sldMkLst>
        <pc:spChg chg="add mod ord">
          <ac:chgData name="Christopher Power" userId="83706efc-52ec-4aad-b93a-e27c6e901a30" providerId="ADAL" clId="{020B0DAE-24A7-40F8-9A5C-565589CDAAC4}" dt="2026-09-28T21:29:22.062" v="3120" actId="27636"/>
          <ac:spMkLst>
            <pc:docMk/>
            <pc:sldMk cId="4218391012" sldId="367"/>
            <ac:spMk id="2" creationId="{362CDB29-99EB-7F22-24E0-2F78F58B13BB}"/>
          </ac:spMkLst>
        </pc:spChg>
        <pc:spChg chg="mod ord">
          <ac:chgData name="Christopher Power" userId="83706efc-52ec-4aad-b93a-e27c6e901a30" providerId="ADAL" clId="{020B0DAE-24A7-40F8-9A5C-565589CDAAC4}" dt="2026-09-28T21:29:59.571" v="3161" actId="113"/>
          <ac:spMkLst>
            <pc:docMk/>
            <pc:sldMk cId="4218391012" sldId="367"/>
            <ac:spMk id="5" creationId="{0CD62C6A-D8F9-BC01-D3D9-09F70159DA64}"/>
          </ac:spMkLst>
        </pc:spChg>
        <pc:spChg chg="mod ord">
          <ac:chgData name="Christopher Power" userId="83706efc-52ec-4aad-b93a-e27c6e901a30" providerId="ADAL" clId="{020B0DAE-24A7-40F8-9A5C-565589CDAAC4}" dt="2026-09-28T21:29:26.450" v="3122" actId="14100"/>
          <ac:spMkLst>
            <pc:docMk/>
            <pc:sldMk cId="4218391012" sldId="367"/>
            <ac:spMk id="6" creationId="{F03731E1-B6A5-0DC1-A148-A3DC8ADD542A}"/>
          </ac:spMkLst>
        </pc:spChg>
      </pc:sldChg>
      <pc:sldChg chg="add del">
        <pc:chgData name="Christopher Power" userId="83706efc-52ec-4aad-b93a-e27c6e901a30" providerId="ADAL" clId="{020B0DAE-24A7-40F8-9A5C-565589CDAAC4}" dt="2026-09-28T21:16:08.219" v="2579"/>
        <pc:sldMkLst>
          <pc:docMk/>
          <pc:sldMk cId="2115369488" sldId="368"/>
        </pc:sldMkLst>
      </pc:sldChg>
      <pc:sldChg chg="addSp delSp modSp new mod modClrScheme chgLayout">
        <pc:chgData name="Christopher Power" userId="83706efc-52ec-4aad-b93a-e27c6e901a30" providerId="ADAL" clId="{020B0DAE-24A7-40F8-9A5C-565589CDAAC4}" dt="2026-09-28T21:31:34.894" v="3178" actId="478"/>
        <pc:sldMkLst>
          <pc:docMk/>
          <pc:sldMk cId="2890357223" sldId="368"/>
        </pc:sldMkLst>
        <pc:spChg chg="del mod ord">
          <ac:chgData name="Christopher Power" userId="83706efc-52ec-4aad-b93a-e27c6e901a30" providerId="ADAL" clId="{020B0DAE-24A7-40F8-9A5C-565589CDAAC4}" dt="2026-09-28T21:21:04.615" v="2684" actId="700"/>
          <ac:spMkLst>
            <pc:docMk/>
            <pc:sldMk cId="2890357223" sldId="368"/>
            <ac:spMk id="2" creationId="{E5C26D0C-B4CA-6532-C47E-DBDFFEE0C959}"/>
          </ac:spMkLst>
        </pc:spChg>
        <pc:spChg chg="del mod ord">
          <ac:chgData name="Christopher Power" userId="83706efc-52ec-4aad-b93a-e27c6e901a30" providerId="ADAL" clId="{020B0DAE-24A7-40F8-9A5C-565589CDAAC4}" dt="2026-09-28T21:21:04.615" v="2684" actId="700"/>
          <ac:spMkLst>
            <pc:docMk/>
            <pc:sldMk cId="2890357223" sldId="368"/>
            <ac:spMk id="3" creationId="{38384441-106B-6A53-93E6-B4A240060859}"/>
          </ac:spMkLst>
        </pc:spChg>
        <pc:spChg chg="add mod ord">
          <ac:chgData name="Christopher Power" userId="83706efc-52ec-4aad-b93a-e27c6e901a30" providerId="ADAL" clId="{020B0DAE-24A7-40F8-9A5C-565589CDAAC4}" dt="2026-09-28T21:31:32.837" v="3177" actId="1076"/>
          <ac:spMkLst>
            <pc:docMk/>
            <pc:sldMk cId="2890357223" sldId="368"/>
            <ac:spMk id="4" creationId="{CCCE5A05-8FD5-1682-E3BD-3D33AABD4E8B}"/>
          </ac:spMkLst>
        </pc:spChg>
        <pc:spChg chg="add del mod ord">
          <ac:chgData name="Christopher Power" userId="83706efc-52ec-4aad-b93a-e27c6e901a30" providerId="ADAL" clId="{020B0DAE-24A7-40F8-9A5C-565589CDAAC4}" dt="2026-09-28T21:21:11.994" v="2686"/>
          <ac:spMkLst>
            <pc:docMk/>
            <pc:sldMk cId="2890357223" sldId="368"/>
            <ac:spMk id="5" creationId="{AF892034-F273-D7DC-50D8-5C2F92967212}"/>
          </ac:spMkLst>
        </pc:spChg>
        <pc:spChg chg="add del mod ord">
          <ac:chgData name="Christopher Power" userId="83706efc-52ec-4aad-b93a-e27c6e901a30" providerId="ADAL" clId="{020B0DAE-24A7-40F8-9A5C-565589CDAAC4}" dt="2026-09-28T21:29:40.201" v="3123" actId="478"/>
          <ac:spMkLst>
            <pc:docMk/>
            <pc:sldMk cId="2890357223" sldId="368"/>
            <ac:spMk id="6" creationId="{87A3361D-04A4-F41A-B66D-324D6522EBD0}"/>
          </ac:spMkLst>
        </pc:spChg>
        <pc:spChg chg="add del mod">
          <ac:chgData name="Christopher Power" userId="83706efc-52ec-4aad-b93a-e27c6e901a30" providerId="ADAL" clId="{020B0DAE-24A7-40F8-9A5C-565589CDAAC4}" dt="2026-09-28T21:31:34.894" v="3178" actId="478"/>
          <ac:spMkLst>
            <pc:docMk/>
            <pc:sldMk cId="2890357223" sldId="368"/>
            <ac:spMk id="10" creationId="{F9AD75FC-0E16-4D00-558B-2A0F1EDCF4B0}"/>
          </ac:spMkLst>
        </pc:spChg>
        <pc:picChg chg="add mod ord">
          <ac:chgData name="Christopher Power" userId="83706efc-52ec-4aad-b93a-e27c6e901a30" providerId="ADAL" clId="{020B0DAE-24A7-40F8-9A5C-565589CDAAC4}" dt="2026-09-28T21:21:20.445" v="2688" actId="14100"/>
          <ac:picMkLst>
            <pc:docMk/>
            <pc:sldMk cId="2890357223" sldId="368"/>
            <ac:picMk id="8" creationId="{5AC3A965-CCFB-3FCD-E71D-D6DEC2B827ED}"/>
          </ac:picMkLst>
        </pc:picChg>
      </pc:sldChg>
      <pc:sldChg chg="addSp modSp add mod chgLayout">
        <pc:chgData name="Christopher Power" userId="83706efc-52ec-4aad-b93a-e27c6e901a30" providerId="ADAL" clId="{020B0DAE-24A7-40F8-9A5C-565589CDAAC4}" dt="2026-09-28T21:40:46.689" v="3586" actId="20577"/>
        <pc:sldMkLst>
          <pc:docMk/>
          <pc:sldMk cId="828250914" sldId="369"/>
        </pc:sldMkLst>
        <pc:spChg chg="mod ord">
          <ac:chgData name="Christopher Power" userId="83706efc-52ec-4aad-b93a-e27c6e901a30" providerId="ADAL" clId="{020B0DAE-24A7-40F8-9A5C-565589CDAAC4}" dt="2026-09-28T21:39:16.014" v="3513" actId="700"/>
          <ac:spMkLst>
            <pc:docMk/>
            <pc:sldMk cId="828250914" sldId="369"/>
            <ac:spMk id="2" creationId="{C1F35776-C59E-9767-E554-95FB160C03B4}"/>
          </ac:spMkLst>
        </pc:spChg>
        <pc:spChg chg="mod ord">
          <ac:chgData name="Christopher Power" userId="83706efc-52ec-4aad-b93a-e27c6e901a30" providerId="ADAL" clId="{020B0DAE-24A7-40F8-9A5C-565589CDAAC4}" dt="2026-09-28T21:40:46.689" v="3586" actId="20577"/>
          <ac:spMkLst>
            <pc:docMk/>
            <pc:sldMk cId="828250914" sldId="369"/>
            <ac:spMk id="3" creationId="{EB9A8787-3B96-547B-2D50-6B3DCA343020}"/>
          </ac:spMkLst>
        </pc:spChg>
        <pc:spChg chg="add mod ord">
          <ac:chgData name="Christopher Power" userId="83706efc-52ec-4aad-b93a-e27c6e901a30" providerId="ADAL" clId="{020B0DAE-24A7-40F8-9A5C-565589CDAAC4}" dt="2026-09-28T21:40:33.071" v="3577" actId="12"/>
          <ac:spMkLst>
            <pc:docMk/>
            <pc:sldMk cId="828250914" sldId="369"/>
            <ac:spMk id="4" creationId="{17703184-5F46-6677-A37D-2CF66858E7E5}"/>
          </ac:spMkLst>
        </pc:spChg>
      </pc:sldChg>
    </pc:docChg>
  </pc:docChgLst>
  <pc:docChgLst>
    <pc:chgData name="Christopher Power" userId="83706efc-52ec-4aad-b93a-e27c6e901a30" providerId="ADAL" clId="{135A6583-6EB7-5CD8-98DD-3F8AB8FA2165}"/>
    <pc:docChg chg="undo custSel addSld delSld modSld sldOrd">
      <pc:chgData name="Christopher Power" userId="83706efc-52ec-4aad-b93a-e27c6e901a30" providerId="ADAL" clId="{135A6583-6EB7-5CD8-98DD-3F8AB8FA2165}" dt="2026-09-29T01:55:27.603" v="587" actId="20577"/>
      <pc:docMkLst>
        <pc:docMk/>
      </pc:docMkLst>
      <pc:sldChg chg="addSp delSp modSp mod">
        <pc:chgData name="Christopher Power" userId="83706efc-52ec-4aad-b93a-e27c6e901a30" providerId="ADAL" clId="{135A6583-6EB7-5CD8-98DD-3F8AB8FA2165}" dt="2026-09-29T01:36:32.698" v="236" actId="1076"/>
        <pc:sldMkLst>
          <pc:docMk/>
          <pc:sldMk cId="1107331311" sldId="319"/>
        </pc:sldMkLst>
        <pc:spChg chg="del mod">
          <ac:chgData name="Christopher Power" userId="83706efc-52ec-4aad-b93a-e27c6e901a30" providerId="ADAL" clId="{135A6583-6EB7-5CD8-98DD-3F8AB8FA2165}" dt="2026-09-29T01:36:00.067" v="232" actId="478"/>
          <ac:spMkLst>
            <pc:docMk/>
            <pc:sldMk cId="1107331311" sldId="319"/>
            <ac:spMk id="4" creationId="{2E0953EC-6912-0137-3BE2-FA3DE7F03086}"/>
          </ac:spMkLst>
        </pc:spChg>
        <pc:spChg chg="add del">
          <ac:chgData name="Christopher Power" userId="83706efc-52ec-4aad-b93a-e27c6e901a30" providerId="ADAL" clId="{135A6583-6EB7-5CD8-98DD-3F8AB8FA2165}" dt="2026-09-29T01:31:25.993" v="209" actId="22"/>
          <ac:spMkLst>
            <pc:docMk/>
            <pc:sldMk cId="1107331311" sldId="319"/>
            <ac:spMk id="8" creationId="{2BFEE268-0EBA-D69D-30BB-3F08A808BF19}"/>
          </ac:spMkLst>
        </pc:spChg>
        <pc:spChg chg="add del">
          <ac:chgData name="Christopher Power" userId="83706efc-52ec-4aad-b93a-e27c6e901a30" providerId="ADAL" clId="{135A6583-6EB7-5CD8-98DD-3F8AB8FA2165}" dt="2026-09-29T01:31:30.662" v="215" actId="22"/>
          <ac:spMkLst>
            <pc:docMk/>
            <pc:sldMk cId="1107331311" sldId="319"/>
            <ac:spMk id="13" creationId="{0BE71115-68BA-54E8-3AC6-92B8B40A8D92}"/>
          </ac:spMkLst>
        </pc:spChg>
        <pc:spChg chg="add del mod">
          <ac:chgData name="Christopher Power" userId="83706efc-52ec-4aad-b93a-e27c6e901a30" providerId="ADAL" clId="{135A6583-6EB7-5CD8-98DD-3F8AB8FA2165}" dt="2026-09-29T01:35:38.540" v="219" actId="22"/>
          <ac:spMkLst>
            <pc:docMk/>
            <pc:sldMk cId="1107331311" sldId="319"/>
            <ac:spMk id="15" creationId="{F050BD60-CD7C-8659-FBB3-B692C17E53D8}"/>
          </ac:spMkLst>
        </pc:spChg>
        <pc:spChg chg="add del mod">
          <ac:chgData name="Christopher Power" userId="83706efc-52ec-4aad-b93a-e27c6e901a30" providerId="ADAL" clId="{135A6583-6EB7-5CD8-98DD-3F8AB8FA2165}" dt="2026-09-29T01:35:49.111" v="223" actId="478"/>
          <ac:spMkLst>
            <pc:docMk/>
            <pc:sldMk cId="1107331311" sldId="319"/>
            <ac:spMk id="17" creationId="{571C608B-D327-78BD-3FBC-DC2CC99D5446}"/>
          </ac:spMkLst>
        </pc:spChg>
        <pc:spChg chg="add mod">
          <ac:chgData name="Christopher Power" userId="83706efc-52ec-4aad-b93a-e27c6e901a30" providerId="ADAL" clId="{135A6583-6EB7-5CD8-98DD-3F8AB8FA2165}" dt="2026-09-29T01:36:32.698" v="236" actId="1076"/>
          <ac:spMkLst>
            <pc:docMk/>
            <pc:sldMk cId="1107331311" sldId="319"/>
            <ac:spMk id="18" creationId="{FDDA1FA9-DB54-EDEF-F4FD-1A573F4E45A4}"/>
          </ac:spMkLst>
        </pc:spChg>
        <pc:spChg chg="add mod">
          <ac:chgData name="Christopher Power" userId="83706efc-52ec-4aad-b93a-e27c6e901a30" providerId="ADAL" clId="{135A6583-6EB7-5CD8-98DD-3F8AB8FA2165}" dt="2026-09-29T01:36:32.698" v="236" actId="1076"/>
          <ac:spMkLst>
            <pc:docMk/>
            <pc:sldMk cId="1107331311" sldId="319"/>
            <ac:spMk id="19" creationId="{E0B3ED39-EF15-3231-FBB0-E94317F48B3C}"/>
          </ac:spMkLst>
        </pc:spChg>
        <pc:spChg chg="add mod">
          <ac:chgData name="Christopher Power" userId="83706efc-52ec-4aad-b93a-e27c6e901a30" providerId="ADAL" clId="{135A6583-6EB7-5CD8-98DD-3F8AB8FA2165}" dt="2026-09-29T01:36:32.698" v="236" actId="1076"/>
          <ac:spMkLst>
            <pc:docMk/>
            <pc:sldMk cId="1107331311" sldId="319"/>
            <ac:spMk id="24" creationId="{2576399C-BCC1-FAF5-2C49-116007E39F78}"/>
          </ac:spMkLst>
        </pc:spChg>
        <pc:spChg chg="add mod">
          <ac:chgData name="Christopher Power" userId="83706efc-52ec-4aad-b93a-e27c6e901a30" providerId="ADAL" clId="{135A6583-6EB7-5CD8-98DD-3F8AB8FA2165}" dt="2026-09-29T01:36:32.698" v="236" actId="1076"/>
          <ac:spMkLst>
            <pc:docMk/>
            <pc:sldMk cId="1107331311" sldId="319"/>
            <ac:spMk id="25" creationId="{C190AE5D-D40D-B47A-1655-9C7C3A92189F}"/>
          </ac:spMkLst>
        </pc:spChg>
        <pc:spChg chg="add mod">
          <ac:chgData name="Christopher Power" userId="83706efc-52ec-4aad-b93a-e27c6e901a30" providerId="ADAL" clId="{135A6583-6EB7-5CD8-98DD-3F8AB8FA2165}" dt="2026-09-29T01:36:32.698" v="236" actId="1076"/>
          <ac:spMkLst>
            <pc:docMk/>
            <pc:sldMk cId="1107331311" sldId="319"/>
            <ac:spMk id="30" creationId="{1F9C9971-FBE8-59F5-A39C-E86FD44873D4}"/>
          </ac:spMkLst>
        </pc:spChg>
        <pc:spChg chg="add mod">
          <ac:chgData name="Christopher Power" userId="83706efc-52ec-4aad-b93a-e27c6e901a30" providerId="ADAL" clId="{135A6583-6EB7-5CD8-98DD-3F8AB8FA2165}" dt="2026-09-29T01:36:32.698" v="236" actId="1076"/>
          <ac:spMkLst>
            <pc:docMk/>
            <pc:sldMk cId="1107331311" sldId="319"/>
            <ac:spMk id="31" creationId="{D9BD2EA7-2353-F994-1A5F-AA4626329D9B}"/>
          </ac:spMkLst>
        </pc:spChg>
        <pc:grpChg chg="add del mod">
          <ac:chgData name="Christopher Power" userId="83706efc-52ec-4aad-b93a-e27c6e901a30" providerId="ADAL" clId="{135A6583-6EB7-5CD8-98DD-3F8AB8FA2165}" dt="2026-09-29T01:36:05.445" v="233" actId="1076"/>
          <ac:grpSpMkLst>
            <pc:docMk/>
            <pc:sldMk cId="1107331311" sldId="319"/>
            <ac:grpSpMk id="22" creationId="{9A2AA146-1ACD-E9F5-C1E5-A7955A94F2E6}"/>
          </ac:grpSpMkLst>
        </pc:grpChg>
        <pc:picChg chg="del">
          <ac:chgData name="Christopher Power" userId="83706efc-52ec-4aad-b93a-e27c6e901a30" providerId="ADAL" clId="{135A6583-6EB7-5CD8-98DD-3F8AB8FA2165}" dt="2026-09-29T01:36:27.780" v="234" actId="478"/>
          <ac:picMkLst>
            <pc:docMk/>
            <pc:sldMk cId="1107331311" sldId="319"/>
            <ac:picMk id="23" creationId="{C51F7FF6-DA4B-ADE2-B045-F7B154DDD11C}"/>
          </ac:picMkLst>
        </pc:picChg>
        <pc:cxnChg chg="add mod">
          <ac:chgData name="Christopher Power" userId="83706efc-52ec-4aad-b93a-e27c6e901a30" providerId="ADAL" clId="{135A6583-6EB7-5CD8-98DD-3F8AB8FA2165}" dt="2026-09-29T01:36:32.698" v="236" actId="1076"/>
          <ac:cxnSpMkLst>
            <pc:docMk/>
            <pc:sldMk cId="1107331311" sldId="319"/>
            <ac:cxnSpMk id="26" creationId="{0D9CF446-3366-D411-02A0-2559E9B04738}"/>
          </ac:cxnSpMkLst>
        </pc:cxnChg>
        <pc:cxnChg chg="add mod">
          <ac:chgData name="Christopher Power" userId="83706efc-52ec-4aad-b93a-e27c6e901a30" providerId="ADAL" clId="{135A6583-6EB7-5CD8-98DD-3F8AB8FA2165}" dt="2026-09-29T01:36:32.698" v="236" actId="1076"/>
          <ac:cxnSpMkLst>
            <pc:docMk/>
            <pc:sldMk cId="1107331311" sldId="319"/>
            <ac:cxnSpMk id="27" creationId="{A6D16022-F59E-6972-19EA-9CAD61E8B367}"/>
          </ac:cxnSpMkLst>
        </pc:cxnChg>
        <pc:cxnChg chg="add mod">
          <ac:chgData name="Christopher Power" userId="83706efc-52ec-4aad-b93a-e27c6e901a30" providerId="ADAL" clId="{135A6583-6EB7-5CD8-98DD-3F8AB8FA2165}" dt="2026-09-29T01:36:32.698" v="236" actId="1076"/>
          <ac:cxnSpMkLst>
            <pc:docMk/>
            <pc:sldMk cId="1107331311" sldId="319"/>
            <ac:cxnSpMk id="28" creationId="{76F373FF-13DC-365F-08FC-1D0BC4A3D75F}"/>
          </ac:cxnSpMkLst>
        </pc:cxnChg>
        <pc:cxnChg chg="add mod">
          <ac:chgData name="Christopher Power" userId="83706efc-52ec-4aad-b93a-e27c6e901a30" providerId="ADAL" clId="{135A6583-6EB7-5CD8-98DD-3F8AB8FA2165}" dt="2026-09-29T01:36:32.698" v="236" actId="1076"/>
          <ac:cxnSpMkLst>
            <pc:docMk/>
            <pc:sldMk cId="1107331311" sldId="319"/>
            <ac:cxnSpMk id="29" creationId="{1B2CD564-0166-E494-041B-28EC29E4A5D2}"/>
          </ac:cxnSpMkLst>
        </pc:cxnChg>
      </pc:sldChg>
      <pc:sldChg chg="addSp delSp modSp mod">
        <pc:chgData name="Christopher Power" userId="83706efc-52ec-4aad-b93a-e27c6e901a30" providerId="ADAL" clId="{135A6583-6EB7-5CD8-98DD-3F8AB8FA2165}" dt="2026-09-29T01:39:42.660" v="341" actId="478"/>
        <pc:sldMkLst>
          <pc:docMk/>
          <pc:sldMk cId="1287382636" sldId="326"/>
        </pc:sldMkLst>
        <pc:spChg chg="add mod">
          <ac:chgData name="Christopher Power" userId="83706efc-52ec-4aad-b93a-e27c6e901a30" providerId="ADAL" clId="{135A6583-6EB7-5CD8-98DD-3F8AB8FA2165}" dt="2026-09-29T01:37:08.281" v="239" actId="1076"/>
          <ac:spMkLst>
            <pc:docMk/>
            <pc:sldMk cId="1287382636" sldId="326"/>
            <ac:spMk id="5" creationId="{BB5EA375-1D66-7562-4326-2C0ECED4D1BB}"/>
          </ac:spMkLst>
        </pc:spChg>
        <pc:spChg chg="add mod">
          <ac:chgData name="Christopher Power" userId="83706efc-52ec-4aad-b93a-e27c6e901a30" providerId="ADAL" clId="{135A6583-6EB7-5CD8-98DD-3F8AB8FA2165}" dt="2026-09-29T01:37:17.952" v="243" actId="5793"/>
          <ac:spMkLst>
            <pc:docMk/>
            <pc:sldMk cId="1287382636" sldId="326"/>
            <ac:spMk id="6" creationId="{AADD0243-0F77-7707-B0A9-FD6EB0A194BB}"/>
          </ac:spMkLst>
        </pc:spChg>
        <pc:spChg chg="add mod">
          <ac:chgData name="Christopher Power" userId="83706efc-52ec-4aad-b93a-e27c6e901a30" providerId="ADAL" clId="{135A6583-6EB7-5CD8-98DD-3F8AB8FA2165}" dt="2026-09-29T01:38:54.798" v="321" actId="20577"/>
          <ac:spMkLst>
            <pc:docMk/>
            <pc:sldMk cId="1287382636" sldId="326"/>
            <ac:spMk id="7" creationId="{BA2B977C-5D1A-B37D-3F5A-1ED04B1F8CBE}"/>
          </ac:spMkLst>
        </pc:spChg>
        <pc:spChg chg="add mod">
          <ac:chgData name="Christopher Power" userId="83706efc-52ec-4aad-b93a-e27c6e901a30" providerId="ADAL" clId="{135A6583-6EB7-5CD8-98DD-3F8AB8FA2165}" dt="2026-09-29T01:38:58.594" v="327" actId="20577"/>
          <ac:spMkLst>
            <pc:docMk/>
            <pc:sldMk cId="1287382636" sldId="326"/>
            <ac:spMk id="8" creationId="{C99491F8-08C0-C0D5-D23F-3C4DFBB9E4FB}"/>
          </ac:spMkLst>
        </pc:spChg>
        <pc:spChg chg="add mod">
          <ac:chgData name="Christopher Power" userId="83706efc-52ec-4aad-b93a-e27c6e901a30" providerId="ADAL" clId="{135A6583-6EB7-5CD8-98DD-3F8AB8FA2165}" dt="2026-09-29T01:37:44.260" v="250" actId="1076"/>
          <ac:spMkLst>
            <pc:docMk/>
            <pc:sldMk cId="1287382636" sldId="326"/>
            <ac:spMk id="13" creationId="{B59AE416-7C11-FD49-4868-ADDA567F233C}"/>
          </ac:spMkLst>
        </pc:spChg>
        <pc:spChg chg="add mod">
          <ac:chgData name="Christopher Power" userId="83706efc-52ec-4aad-b93a-e27c6e901a30" providerId="ADAL" clId="{135A6583-6EB7-5CD8-98DD-3F8AB8FA2165}" dt="2026-09-29T01:37:48.561" v="251" actId="1076"/>
          <ac:spMkLst>
            <pc:docMk/>
            <pc:sldMk cId="1287382636" sldId="326"/>
            <ac:spMk id="14" creationId="{2CED721A-89D3-BD95-FC37-9BFC82ACBBBB}"/>
          </ac:spMkLst>
        </pc:spChg>
        <pc:spChg chg="add mod">
          <ac:chgData name="Christopher Power" userId="83706efc-52ec-4aad-b93a-e27c6e901a30" providerId="ADAL" clId="{135A6583-6EB7-5CD8-98DD-3F8AB8FA2165}" dt="2026-09-29T01:39:12.310" v="332" actId="1076"/>
          <ac:spMkLst>
            <pc:docMk/>
            <pc:sldMk cId="1287382636" sldId="326"/>
            <ac:spMk id="25" creationId="{20A3FA80-8653-5896-E156-83702CE3E329}"/>
          </ac:spMkLst>
        </pc:spChg>
        <pc:picChg chg="del mod">
          <ac:chgData name="Christopher Power" userId="83706efc-52ec-4aad-b93a-e27c6e901a30" providerId="ADAL" clId="{135A6583-6EB7-5CD8-98DD-3F8AB8FA2165}" dt="2026-09-29T01:39:42.660" v="341" actId="478"/>
          <ac:picMkLst>
            <pc:docMk/>
            <pc:sldMk cId="1287382636" sldId="326"/>
            <ac:picMk id="3" creationId="{3375B1C3-0BEC-5096-AB53-CAE512416DBC}"/>
          </ac:picMkLst>
        </pc:picChg>
        <pc:cxnChg chg="add mod">
          <ac:chgData name="Christopher Power" userId="83706efc-52ec-4aad-b93a-e27c6e901a30" providerId="ADAL" clId="{135A6583-6EB7-5CD8-98DD-3F8AB8FA2165}" dt="2026-09-29T01:37:08.281" v="239" actId="1076"/>
          <ac:cxnSpMkLst>
            <pc:docMk/>
            <pc:sldMk cId="1287382636" sldId="326"/>
            <ac:cxnSpMk id="9" creationId="{E69F02F1-E741-984B-5126-0C05876ECDFB}"/>
          </ac:cxnSpMkLst>
        </pc:cxnChg>
        <pc:cxnChg chg="add mod">
          <ac:chgData name="Christopher Power" userId="83706efc-52ec-4aad-b93a-e27c6e901a30" providerId="ADAL" clId="{135A6583-6EB7-5CD8-98DD-3F8AB8FA2165}" dt="2026-09-29T01:38:20.028" v="256" actId="1076"/>
          <ac:cxnSpMkLst>
            <pc:docMk/>
            <pc:sldMk cId="1287382636" sldId="326"/>
            <ac:cxnSpMk id="10" creationId="{46DE8A1E-5EE6-9EC0-0D51-46EE05E0CE9A}"/>
          </ac:cxnSpMkLst>
        </pc:cxnChg>
        <pc:cxnChg chg="add del mod">
          <ac:chgData name="Christopher Power" userId="83706efc-52ec-4aad-b93a-e27c6e901a30" providerId="ADAL" clId="{135A6583-6EB7-5CD8-98DD-3F8AB8FA2165}" dt="2026-09-29T01:38:24.250" v="257" actId="478"/>
          <ac:cxnSpMkLst>
            <pc:docMk/>
            <pc:sldMk cId="1287382636" sldId="326"/>
            <ac:cxnSpMk id="11" creationId="{55B9B519-1C83-E452-B6FF-99F544528E82}"/>
          </ac:cxnSpMkLst>
        </pc:cxnChg>
        <pc:cxnChg chg="add mod">
          <ac:chgData name="Christopher Power" userId="83706efc-52ec-4aad-b93a-e27c6e901a30" providerId="ADAL" clId="{135A6583-6EB7-5CD8-98DD-3F8AB8FA2165}" dt="2026-09-29T01:39:38.310" v="340" actId="14100"/>
          <ac:cxnSpMkLst>
            <pc:docMk/>
            <pc:sldMk cId="1287382636" sldId="326"/>
            <ac:cxnSpMk id="12" creationId="{55F3AB19-45EE-F1F5-86EA-8C8A3AD9CC6A}"/>
          </ac:cxnSpMkLst>
        </pc:cxnChg>
        <pc:cxnChg chg="add mod">
          <ac:chgData name="Christopher Power" userId="83706efc-52ec-4aad-b93a-e27c6e901a30" providerId="ADAL" clId="{135A6583-6EB7-5CD8-98DD-3F8AB8FA2165}" dt="2026-09-29T01:37:53.211" v="252" actId="14100"/>
          <ac:cxnSpMkLst>
            <pc:docMk/>
            <pc:sldMk cId="1287382636" sldId="326"/>
            <ac:cxnSpMk id="16" creationId="{58C698A6-6348-B6C3-5C3E-52AE6A379075}"/>
          </ac:cxnSpMkLst>
        </pc:cxnChg>
        <pc:cxnChg chg="add mod">
          <ac:chgData name="Christopher Power" userId="83706efc-52ec-4aad-b93a-e27c6e901a30" providerId="ADAL" clId="{135A6583-6EB7-5CD8-98DD-3F8AB8FA2165}" dt="2026-09-29T01:39:34.810" v="339" actId="14100"/>
          <ac:cxnSpMkLst>
            <pc:docMk/>
            <pc:sldMk cId="1287382636" sldId="326"/>
            <ac:cxnSpMk id="26" creationId="{05893A3D-2B21-0276-1DB7-0D5E3CAC1908}"/>
          </ac:cxnSpMkLst>
        </pc:cxnChg>
      </pc:sldChg>
      <pc:sldChg chg="delSp modSp mod">
        <pc:chgData name="Christopher Power" userId="83706efc-52ec-4aad-b93a-e27c6e901a30" providerId="ADAL" clId="{135A6583-6EB7-5CD8-98DD-3F8AB8FA2165}" dt="2026-09-29T01:43:00.898" v="349"/>
        <pc:sldMkLst>
          <pc:docMk/>
          <pc:sldMk cId="1920659581" sldId="333"/>
        </pc:sldMkLst>
        <pc:spChg chg="mod">
          <ac:chgData name="Christopher Power" userId="83706efc-52ec-4aad-b93a-e27c6e901a30" providerId="ADAL" clId="{135A6583-6EB7-5CD8-98DD-3F8AB8FA2165}" dt="2026-09-29T01:42:59.184" v="347" actId="207"/>
          <ac:spMkLst>
            <pc:docMk/>
            <pc:sldMk cId="1920659581" sldId="333"/>
            <ac:spMk id="2" creationId="{95B5FBBF-F9F7-3836-E575-58C473F8BBD1}"/>
          </ac:spMkLst>
        </pc:spChg>
        <pc:spChg chg="del mod">
          <ac:chgData name="Christopher Power" userId="83706efc-52ec-4aad-b93a-e27c6e901a30" providerId="ADAL" clId="{135A6583-6EB7-5CD8-98DD-3F8AB8FA2165}" dt="2026-09-29T01:43:00.898" v="349"/>
          <ac:spMkLst>
            <pc:docMk/>
            <pc:sldMk cId="1920659581" sldId="333"/>
            <ac:spMk id="4" creationId="{BC8474EA-378C-7357-3F02-5F65EC383AEC}"/>
          </ac:spMkLst>
        </pc:spChg>
      </pc:sldChg>
      <pc:sldChg chg="modSp mod">
        <pc:chgData name="Christopher Power" userId="83706efc-52ec-4aad-b93a-e27c6e901a30" providerId="ADAL" clId="{135A6583-6EB7-5CD8-98DD-3F8AB8FA2165}" dt="2026-09-29T01:42:00.601" v="343" actId="20577"/>
        <pc:sldMkLst>
          <pc:docMk/>
          <pc:sldMk cId="931104733" sldId="334"/>
        </pc:sldMkLst>
        <pc:spChg chg="mod">
          <ac:chgData name="Christopher Power" userId="83706efc-52ec-4aad-b93a-e27c6e901a30" providerId="ADAL" clId="{135A6583-6EB7-5CD8-98DD-3F8AB8FA2165}" dt="2026-09-29T01:42:00.601" v="343" actId="20577"/>
          <ac:spMkLst>
            <pc:docMk/>
            <pc:sldMk cId="931104733" sldId="334"/>
            <ac:spMk id="3" creationId="{C8B934BC-787E-6F4C-0B40-801C0BCB6807}"/>
          </ac:spMkLst>
        </pc:spChg>
      </pc:sldChg>
      <pc:sldChg chg="addSp delSp modSp del mod modClrScheme delDesignElem chgLayout">
        <pc:chgData name="Christopher Power" userId="83706efc-52ec-4aad-b93a-e27c6e901a30" providerId="ADAL" clId="{135A6583-6EB7-5CD8-98DD-3F8AB8FA2165}" dt="2026-09-29T01:44:21.958" v="353" actId="2696"/>
        <pc:sldMkLst>
          <pc:docMk/>
          <pc:sldMk cId="1709747714" sldId="339"/>
        </pc:sldMkLst>
        <pc:spChg chg="mod ord">
          <ac:chgData name="Christopher Power" userId="83706efc-52ec-4aad-b93a-e27c6e901a30" providerId="ADAL" clId="{135A6583-6EB7-5CD8-98DD-3F8AB8FA2165}" dt="2026-09-29T01:44:06.933" v="352" actId="700"/>
          <ac:spMkLst>
            <pc:docMk/>
            <pc:sldMk cId="1709747714" sldId="339"/>
            <ac:spMk id="2" creationId="{CF9EB270-FA8A-4A48-99E2-74E50ECA2946}"/>
          </ac:spMkLst>
        </pc:spChg>
        <pc:spChg chg="mod ord">
          <ac:chgData name="Christopher Power" userId="83706efc-52ec-4aad-b93a-e27c6e901a30" providerId="ADAL" clId="{135A6583-6EB7-5CD8-98DD-3F8AB8FA2165}" dt="2026-09-29T01:44:06.933" v="352" actId="700"/>
          <ac:spMkLst>
            <pc:docMk/>
            <pc:sldMk cId="1709747714" sldId="339"/>
            <ac:spMk id="3" creationId="{F494AA39-2FB0-2313-5A39-C8DCDB1A0961}"/>
          </ac:spMkLst>
        </pc:spChg>
        <pc:spChg chg="add del mod ord">
          <ac:chgData name="Christopher Power" userId="83706efc-52ec-4aad-b93a-e27c6e901a30" providerId="ADAL" clId="{135A6583-6EB7-5CD8-98DD-3F8AB8FA2165}" dt="2026-09-29T01:44:06.933" v="352" actId="700"/>
          <ac:spMkLst>
            <pc:docMk/>
            <pc:sldMk cId="1709747714" sldId="339"/>
            <ac:spMk id="4" creationId="{1940E857-2F98-B006-2B70-61A8CB85D474}"/>
          </ac:spMkLst>
        </pc:spChg>
        <pc:spChg chg="add mod ord">
          <ac:chgData name="Christopher Power" userId="83706efc-52ec-4aad-b93a-e27c6e901a30" providerId="ADAL" clId="{135A6583-6EB7-5CD8-98DD-3F8AB8FA2165}" dt="2026-09-29T01:44:06.933" v="352" actId="700"/>
          <ac:spMkLst>
            <pc:docMk/>
            <pc:sldMk cId="1709747714" sldId="339"/>
            <ac:spMk id="5" creationId="{132B3E2E-CDB4-3689-EF22-A2D688BB3337}"/>
          </ac:spMkLst>
        </pc:spChg>
        <pc:spChg chg="del">
          <ac:chgData name="Christopher Power" userId="83706efc-52ec-4aad-b93a-e27c6e901a30" providerId="ADAL" clId="{135A6583-6EB7-5CD8-98DD-3F8AB8FA2165}" dt="2026-09-29T01:44:00.871" v="350" actId="700"/>
          <ac:spMkLst>
            <pc:docMk/>
            <pc:sldMk cId="1709747714" sldId="339"/>
            <ac:spMk id="8" creationId="{6AD85578-1E4B-4014-9D52-E76894750300}"/>
          </ac:spMkLst>
        </pc:spChg>
        <pc:spChg chg="del">
          <ac:chgData name="Christopher Power" userId="83706efc-52ec-4aad-b93a-e27c6e901a30" providerId="ADAL" clId="{135A6583-6EB7-5CD8-98DD-3F8AB8FA2165}" dt="2026-09-29T01:44:00.871" v="350" actId="700"/>
          <ac:spMkLst>
            <pc:docMk/>
            <pc:sldMk cId="1709747714" sldId="339"/>
            <ac:spMk id="10" creationId="{48550B3F-9390-4CA1-B3C8-91529289DCED}"/>
          </ac:spMkLst>
        </pc:spChg>
      </pc:sldChg>
      <pc:sldChg chg="modSp del mod">
        <pc:chgData name="Christopher Power" userId="83706efc-52ec-4aad-b93a-e27c6e901a30" providerId="ADAL" clId="{135A6583-6EB7-5CD8-98DD-3F8AB8FA2165}" dt="2026-09-29T01:55:04.952" v="555" actId="2696"/>
        <pc:sldMkLst>
          <pc:docMk/>
          <pc:sldMk cId="757116762" sldId="341"/>
        </pc:sldMkLst>
        <pc:spChg chg="mod">
          <ac:chgData name="Christopher Power" userId="83706efc-52ec-4aad-b93a-e27c6e901a30" providerId="ADAL" clId="{135A6583-6EB7-5CD8-98DD-3F8AB8FA2165}" dt="2026-09-29T01:44:27.306" v="365" actId="20577"/>
          <ac:spMkLst>
            <pc:docMk/>
            <pc:sldMk cId="757116762" sldId="341"/>
            <ac:spMk id="2" creationId="{8F67BF00-7FFF-1ABA-ADA9-DF482E343C7C}"/>
          </ac:spMkLst>
        </pc:spChg>
        <pc:spChg chg="mod">
          <ac:chgData name="Christopher Power" userId="83706efc-52ec-4aad-b93a-e27c6e901a30" providerId="ADAL" clId="{135A6583-6EB7-5CD8-98DD-3F8AB8FA2165}" dt="2026-09-29T01:47:15.871" v="366" actId="20577"/>
          <ac:spMkLst>
            <pc:docMk/>
            <pc:sldMk cId="757116762" sldId="341"/>
            <ac:spMk id="3" creationId="{5147C0EA-A52F-EC0F-E7FC-2B871990F2E4}"/>
          </ac:spMkLst>
        </pc:spChg>
      </pc:sldChg>
      <pc:sldChg chg="modSp mod">
        <pc:chgData name="Christopher Power" userId="83706efc-52ec-4aad-b93a-e27c6e901a30" providerId="ADAL" clId="{135A6583-6EB7-5CD8-98DD-3F8AB8FA2165}" dt="2026-09-29T01:55:11.963" v="567" actId="20577"/>
        <pc:sldMkLst>
          <pc:docMk/>
          <pc:sldMk cId="462088846" sldId="342"/>
        </pc:sldMkLst>
        <pc:spChg chg="mod">
          <ac:chgData name="Christopher Power" userId="83706efc-52ec-4aad-b93a-e27c6e901a30" providerId="ADAL" clId="{135A6583-6EB7-5CD8-98DD-3F8AB8FA2165}" dt="2026-09-29T01:55:11.963" v="567" actId="20577"/>
          <ac:spMkLst>
            <pc:docMk/>
            <pc:sldMk cId="462088846" sldId="342"/>
            <ac:spMk id="2" creationId="{135715C7-D0BC-A59D-57AD-471E41E0AA6D}"/>
          </ac:spMkLst>
        </pc:spChg>
      </pc:sldChg>
      <pc:sldChg chg="addSp delSp modSp mod">
        <pc:chgData name="Christopher Power" userId="83706efc-52ec-4aad-b93a-e27c6e901a30" providerId="ADAL" clId="{135A6583-6EB7-5CD8-98DD-3F8AB8FA2165}" dt="2026-09-29T01:54:56.160" v="554" actId="20577"/>
        <pc:sldMkLst>
          <pc:docMk/>
          <pc:sldMk cId="103225555" sldId="343"/>
        </pc:sldMkLst>
        <pc:spChg chg="mod">
          <ac:chgData name="Christopher Power" userId="83706efc-52ec-4aad-b93a-e27c6e901a30" providerId="ADAL" clId="{135A6583-6EB7-5CD8-98DD-3F8AB8FA2165}" dt="2026-09-29T01:54:56.160" v="554" actId="20577"/>
          <ac:spMkLst>
            <pc:docMk/>
            <pc:sldMk cId="103225555" sldId="343"/>
            <ac:spMk id="3" creationId="{6C0F3F70-672C-4758-B9E1-F042D18CEF24}"/>
          </ac:spMkLst>
        </pc:spChg>
        <pc:spChg chg="add del mod">
          <ac:chgData name="Christopher Power" userId="83706efc-52ec-4aad-b93a-e27c6e901a30" providerId="ADAL" clId="{135A6583-6EB7-5CD8-98DD-3F8AB8FA2165}" dt="2026-09-29T01:51:54.361" v="424" actId="478"/>
          <ac:spMkLst>
            <pc:docMk/>
            <pc:sldMk cId="103225555" sldId="343"/>
            <ac:spMk id="6" creationId="{C2E49D3B-EB42-9B34-5CC6-47C5ED47A189}"/>
          </ac:spMkLst>
        </pc:spChg>
        <pc:spChg chg="add del mod">
          <ac:chgData name="Christopher Power" userId="83706efc-52ec-4aad-b93a-e27c6e901a30" providerId="ADAL" clId="{135A6583-6EB7-5CD8-98DD-3F8AB8FA2165}" dt="2026-09-29T01:51:59.682" v="426" actId="478"/>
          <ac:spMkLst>
            <pc:docMk/>
            <pc:sldMk cId="103225555" sldId="343"/>
            <ac:spMk id="8" creationId="{B6A36024-3EE0-8025-E512-3EEE056E5BEF}"/>
          </ac:spMkLst>
        </pc:spChg>
        <pc:spChg chg="add mod">
          <ac:chgData name="Christopher Power" userId="83706efc-52ec-4aad-b93a-e27c6e901a30" providerId="ADAL" clId="{135A6583-6EB7-5CD8-98DD-3F8AB8FA2165}" dt="2026-09-29T01:53:57.467" v="453" actId="27636"/>
          <ac:spMkLst>
            <pc:docMk/>
            <pc:sldMk cId="103225555" sldId="343"/>
            <ac:spMk id="10" creationId="{5B1431A6-9893-C186-3066-85535553C46C}"/>
          </ac:spMkLst>
        </pc:spChg>
        <pc:picChg chg="add del">
          <ac:chgData name="Christopher Power" userId="83706efc-52ec-4aad-b93a-e27c6e901a30" providerId="ADAL" clId="{135A6583-6EB7-5CD8-98DD-3F8AB8FA2165}" dt="2026-09-29T01:53:01.344" v="428" actId="478"/>
          <ac:picMkLst>
            <pc:docMk/>
            <pc:sldMk cId="103225555" sldId="343"/>
            <ac:picMk id="4" creationId="{4260D192-881D-5B0A-3755-CD5266085677}"/>
          </ac:picMkLst>
        </pc:picChg>
      </pc:sldChg>
      <pc:sldChg chg="addSp delSp modSp mod">
        <pc:chgData name="Christopher Power" userId="83706efc-52ec-4aad-b93a-e27c6e901a30" providerId="ADAL" clId="{135A6583-6EB7-5CD8-98DD-3F8AB8FA2165}" dt="2026-09-29T01:50:37.934" v="422" actId="14100"/>
        <pc:sldMkLst>
          <pc:docMk/>
          <pc:sldMk cId="4248860121" sldId="352"/>
        </pc:sldMkLst>
        <pc:spChg chg="add del mod">
          <ac:chgData name="Christopher Power" userId="83706efc-52ec-4aad-b93a-e27c6e901a30" providerId="ADAL" clId="{135A6583-6EB7-5CD8-98DD-3F8AB8FA2165}" dt="2026-09-29T01:48:47.564" v="370" actId="478"/>
          <ac:spMkLst>
            <pc:docMk/>
            <pc:sldMk cId="4248860121" sldId="352"/>
            <ac:spMk id="8" creationId="{9C7EF988-6252-B49D-F7DE-458E3BE498B6}"/>
          </ac:spMkLst>
        </pc:spChg>
        <pc:spChg chg="add mod">
          <ac:chgData name="Christopher Power" userId="83706efc-52ec-4aad-b93a-e27c6e901a30" providerId="ADAL" clId="{135A6583-6EB7-5CD8-98DD-3F8AB8FA2165}" dt="2026-09-29T01:50:34.766" v="421" actId="20577"/>
          <ac:spMkLst>
            <pc:docMk/>
            <pc:sldMk cId="4248860121" sldId="352"/>
            <ac:spMk id="10" creationId="{974F5753-3688-5E51-16E4-678D22FC0616}"/>
          </ac:spMkLst>
        </pc:spChg>
        <pc:picChg chg="del">
          <ac:chgData name="Christopher Power" userId="83706efc-52ec-4aad-b93a-e27c6e901a30" providerId="ADAL" clId="{135A6583-6EB7-5CD8-98DD-3F8AB8FA2165}" dt="2026-09-29T01:49:18.777" v="388" actId="478"/>
          <ac:picMkLst>
            <pc:docMk/>
            <pc:sldMk cId="4248860121" sldId="352"/>
            <ac:picMk id="3" creationId="{5BE3C144-BFB5-84A1-6EF8-137354A50358}"/>
          </ac:picMkLst>
        </pc:picChg>
        <pc:picChg chg="del">
          <ac:chgData name="Christopher Power" userId="83706efc-52ec-4aad-b93a-e27c6e901a30" providerId="ADAL" clId="{135A6583-6EB7-5CD8-98DD-3F8AB8FA2165}" dt="2026-09-29T01:48:39.388" v="367" actId="478"/>
          <ac:picMkLst>
            <pc:docMk/>
            <pc:sldMk cId="4248860121" sldId="352"/>
            <ac:picMk id="4" creationId="{5B7252DB-70A5-9478-FDEA-FF99D06A026D}"/>
          </ac:picMkLst>
        </pc:picChg>
        <pc:cxnChg chg="mod">
          <ac:chgData name="Christopher Power" userId="83706efc-52ec-4aad-b93a-e27c6e901a30" providerId="ADAL" clId="{135A6583-6EB7-5CD8-98DD-3F8AB8FA2165}" dt="2026-09-29T01:50:37.934" v="422" actId="14100"/>
          <ac:cxnSpMkLst>
            <pc:docMk/>
            <pc:sldMk cId="4248860121" sldId="352"/>
            <ac:cxnSpMk id="7" creationId="{B460EFB3-0A6B-A810-F40F-FA4BF3FCDD61}"/>
          </ac:cxnSpMkLst>
        </pc:cxnChg>
      </pc:sldChg>
      <pc:sldChg chg="addSp delSp modSp mod setBg setClrOvrMap">
        <pc:chgData name="Christopher Power" userId="83706efc-52ec-4aad-b93a-e27c6e901a30" providerId="ADAL" clId="{135A6583-6EB7-5CD8-98DD-3F8AB8FA2165}" dt="2026-09-29T01:24:05.865" v="14" actId="26606"/>
        <pc:sldMkLst>
          <pc:docMk/>
          <pc:sldMk cId="3047553277" sldId="353"/>
        </pc:sldMkLst>
        <pc:spChg chg="mod">
          <ac:chgData name="Christopher Power" userId="83706efc-52ec-4aad-b93a-e27c6e901a30" providerId="ADAL" clId="{135A6583-6EB7-5CD8-98DD-3F8AB8FA2165}" dt="2026-09-29T01:24:05.865" v="14" actId="26606"/>
          <ac:spMkLst>
            <pc:docMk/>
            <pc:sldMk cId="3047553277" sldId="353"/>
            <ac:spMk id="2" creationId="{BC0B1783-28D9-0ED5-0A75-7A222A708CF7}"/>
          </ac:spMkLst>
        </pc:spChg>
        <pc:spChg chg="mod">
          <ac:chgData name="Christopher Power" userId="83706efc-52ec-4aad-b93a-e27c6e901a30" providerId="ADAL" clId="{135A6583-6EB7-5CD8-98DD-3F8AB8FA2165}" dt="2026-09-29T01:24:05.865" v="14" actId="26606"/>
          <ac:spMkLst>
            <pc:docMk/>
            <pc:sldMk cId="3047553277" sldId="353"/>
            <ac:spMk id="3" creationId="{206DA02B-FC27-0F17-7CB0-0293EABDF041}"/>
          </ac:spMkLst>
        </pc:spChg>
        <pc:spChg chg="add del">
          <ac:chgData name="Christopher Power" userId="83706efc-52ec-4aad-b93a-e27c6e901a30" providerId="ADAL" clId="{135A6583-6EB7-5CD8-98DD-3F8AB8FA2165}" dt="2026-09-29T01:23:57.471" v="9" actId="26606"/>
          <ac:spMkLst>
            <pc:docMk/>
            <pc:sldMk cId="3047553277" sldId="353"/>
            <ac:spMk id="11" creationId="{1660E788-AFA9-4A1B-9991-6AA74632A15B}"/>
          </ac:spMkLst>
        </pc:spChg>
        <pc:spChg chg="add del">
          <ac:chgData name="Christopher Power" userId="83706efc-52ec-4aad-b93a-e27c6e901a30" providerId="ADAL" clId="{135A6583-6EB7-5CD8-98DD-3F8AB8FA2165}" dt="2026-09-29T01:23:57.471" v="9" actId="26606"/>
          <ac:spMkLst>
            <pc:docMk/>
            <pc:sldMk cId="3047553277" sldId="353"/>
            <ac:spMk id="13" creationId="{867D4867-5BA7-4462-B2F6-A23F4A622AA7}"/>
          </ac:spMkLst>
        </pc:spChg>
        <pc:picChg chg="add mod ord">
          <ac:chgData name="Christopher Power" userId="83706efc-52ec-4aad-b93a-e27c6e901a30" providerId="ADAL" clId="{135A6583-6EB7-5CD8-98DD-3F8AB8FA2165}" dt="2026-09-29T01:24:05.865" v="14" actId="26606"/>
          <ac:picMkLst>
            <pc:docMk/>
            <pc:sldMk cId="3047553277" sldId="353"/>
            <ac:picMk id="6" creationId="{6CDBF116-B115-BD11-4FA4-107E376654D6}"/>
          </ac:picMkLst>
        </pc:picChg>
      </pc:sldChg>
      <pc:sldChg chg="addSp modSp mod setBg setClrOvrMap">
        <pc:chgData name="Christopher Power" userId="83706efc-52ec-4aad-b93a-e27c6e901a30" providerId="ADAL" clId="{135A6583-6EB7-5CD8-98DD-3F8AB8FA2165}" dt="2026-09-29T01:21:51.243" v="3" actId="26606"/>
        <pc:sldMkLst>
          <pc:docMk/>
          <pc:sldMk cId="3382182743" sldId="359"/>
        </pc:sldMkLst>
        <pc:spChg chg="mod">
          <ac:chgData name="Christopher Power" userId="83706efc-52ec-4aad-b93a-e27c6e901a30" providerId="ADAL" clId="{135A6583-6EB7-5CD8-98DD-3F8AB8FA2165}" dt="2026-09-29T01:21:51.243" v="3" actId="26606"/>
          <ac:spMkLst>
            <pc:docMk/>
            <pc:sldMk cId="3382182743" sldId="359"/>
            <ac:spMk id="2" creationId="{D68B2A17-6AD1-2D70-E867-8E40611FD37B}"/>
          </ac:spMkLst>
        </pc:spChg>
        <pc:spChg chg="mod">
          <ac:chgData name="Christopher Power" userId="83706efc-52ec-4aad-b93a-e27c6e901a30" providerId="ADAL" clId="{135A6583-6EB7-5CD8-98DD-3F8AB8FA2165}" dt="2026-09-29T01:21:51.243" v="3" actId="26606"/>
          <ac:spMkLst>
            <pc:docMk/>
            <pc:sldMk cId="3382182743" sldId="359"/>
            <ac:spMk id="3" creationId="{89FA7470-6B11-7FA7-7B7A-3A49E0F40D48}"/>
          </ac:spMkLst>
        </pc:spChg>
        <pc:picChg chg="add mod ord">
          <ac:chgData name="Christopher Power" userId="83706efc-52ec-4aad-b93a-e27c6e901a30" providerId="ADAL" clId="{135A6583-6EB7-5CD8-98DD-3F8AB8FA2165}" dt="2026-09-29T01:21:51.243" v="3" actId="26606"/>
          <ac:picMkLst>
            <pc:docMk/>
            <pc:sldMk cId="3382182743" sldId="359"/>
            <ac:picMk id="5" creationId="{BCE9FEF9-3D24-FE21-B5D9-A6A3AD6AC5B1}"/>
          </ac:picMkLst>
        </pc:picChg>
      </pc:sldChg>
      <pc:sldChg chg="modSp mod">
        <pc:chgData name="Christopher Power" userId="83706efc-52ec-4aad-b93a-e27c6e901a30" providerId="ADAL" clId="{135A6583-6EB7-5CD8-98DD-3F8AB8FA2165}" dt="2026-09-29T01:25:08.428" v="150" actId="27636"/>
        <pc:sldMkLst>
          <pc:docMk/>
          <pc:sldMk cId="4190622619" sldId="360"/>
        </pc:sldMkLst>
        <pc:spChg chg="mod">
          <ac:chgData name="Christopher Power" userId="83706efc-52ec-4aad-b93a-e27c6e901a30" providerId="ADAL" clId="{135A6583-6EB7-5CD8-98DD-3F8AB8FA2165}" dt="2026-09-29T01:25:08.428" v="150" actId="27636"/>
          <ac:spMkLst>
            <pc:docMk/>
            <pc:sldMk cId="4190622619" sldId="360"/>
            <ac:spMk id="3" creationId="{C4450917-EAA6-E039-3920-56988E3E1F0E}"/>
          </ac:spMkLst>
        </pc:spChg>
      </pc:sldChg>
      <pc:sldChg chg="addSp modSp mod setBg">
        <pc:chgData name="Christopher Power" userId="83706efc-52ec-4aad-b93a-e27c6e901a30" providerId="ADAL" clId="{135A6583-6EB7-5CD8-98DD-3F8AB8FA2165}" dt="2026-09-29T01:27:25.132" v="158" actId="26606"/>
        <pc:sldMkLst>
          <pc:docMk/>
          <pc:sldMk cId="1353602814" sldId="361"/>
        </pc:sldMkLst>
        <pc:spChg chg="mod">
          <ac:chgData name="Christopher Power" userId="83706efc-52ec-4aad-b93a-e27c6e901a30" providerId="ADAL" clId="{135A6583-6EB7-5CD8-98DD-3F8AB8FA2165}" dt="2026-09-29T01:26:26.636" v="153" actId="26606"/>
          <ac:spMkLst>
            <pc:docMk/>
            <pc:sldMk cId="1353602814" sldId="361"/>
            <ac:spMk id="2" creationId="{CB38C63C-BA45-C1A2-E898-8A04A9AEE03A}"/>
          </ac:spMkLst>
        </pc:spChg>
        <pc:spChg chg="mod ord">
          <ac:chgData name="Christopher Power" userId="83706efc-52ec-4aad-b93a-e27c6e901a30" providerId="ADAL" clId="{135A6583-6EB7-5CD8-98DD-3F8AB8FA2165}" dt="2026-09-29T01:26:26.636" v="153" actId="26606"/>
          <ac:spMkLst>
            <pc:docMk/>
            <pc:sldMk cId="1353602814" sldId="361"/>
            <ac:spMk id="3" creationId="{11C4C49E-E60C-D5CC-5116-B8858AE2F2BA}"/>
          </ac:spMkLst>
        </pc:spChg>
        <pc:picChg chg="add mod modCrop">
          <ac:chgData name="Christopher Power" userId="83706efc-52ec-4aad-b93a-e27c6e901a30" providerId="ADAL" clId="{135A6583-6EB7-5CD8-98DD-3F8AB8FA2165}" dt="2026-09-29T01:27:25.132" v="158" actId="26606"/>
          <ac:picMkLst>
            <pc:docMk/>
            <pc:sldMk cId="1353602814" sldId="361"/>
            <ac:picMk id="5" creationId="{D1BB2AB8-ED47-7F4F-5034-A57E43071465}"/>
          </ac:picMkLst>
        </pc:picChg>
      </pc:sldChg>
      <pc:sldChg chg="modSp mod">
        <pc:chgData name="Christopher Power" userId="83706efc-52ec-4aad-b93a-e27c6e901a30" providerId="ADAL" clId="{135A6583-6EB7-5CD8-98DD-3F8AB8FA2165}" dt="2026-09-29T01:27:57.283" v="192" actId="20577"/>
        <pc:sldMkLst>
          <pc:docMk/>
          <pc:sldMk cId="161149725" sldId="363"/>
        </pc:sldMkLst>
        <pc:spChg chg="mod">
          <ac:chgData name="Christopher Power" userId="83706efc-52ec-4aad-b93a-e27c6e901a30" providerId="ADAL" clId="{135A6583-6EB7-5CD8-98DD-3F8AB8FA2165}" dt="2026-09-29T01:27:57.283" v="192" actId="20577"/>
          <ac:spMkLst>
            <pc:docMk/>
            <pc:sldMk cId="161149725" sldId="363"/>
            <ac:spMk id="3" creationId="{97DD956C-B075-6D4F-151E-307EEC8B1C09}"/>
          </ac:spMkLst>
        </pc:spChg>
      </pc:sldChg>
      <pc:sldChg chg="delSp modSp add mod">
        <pc:chgData name="Christopher Power" userId="83706efc-52ec-4aad-b93a-e27c6e901a30" providerId="ADAL" clId="{135A6583-6EB7-5CD8-98DD-3F8AB8FA2165}" dt="2026-09-29T01:49:49.702" v="394" actId="20577"/>
        <pc:sldMkLst>
          <pc:docMk/>
          <pc:sldMk cId="2585382397" sldId="370"/>
        </pc:sldMkLst>
        <pc:spChg chg="mod">
          <ac:chgData name="Christopher Power" userId="83706efc-52ec-4aad-b93a-e27c6e901a30" providerId="ADAL" clId="{135A6583-6EB7-5CD8-98DD-3F8AB8FA2165}" dt="2026-09-29T01:49:32.681" v="390" actId="20577"/>
          <ac:spMkLst>
            <pc:docMk/>
            <pc:sldMk cId="2585382397" sldId="370"/>
            <ac:spMk id="5" creationId="{01A66251-937A-A8F2-B562-780290B47F8E}"/>
          </ac:spMkLst>
        </pc:spChg>
        <pc:spChg chg="mod">
          <ac:chgData name="Christopher Power" userId="83706efc-52ec-4aad-b93a-e27c6e901a30" providerId="ADAL" clId="{135A6583-6EB7-5CD8-98DD-3F8AB8FA2165}" dt="2026-09-29T01:49:49.702" v="394" actId="20577"/>
          <ac:spMkLst>
            <pc:docMk/>
            <pc:sldMk cId="2585382397" sldId="370"/>
            <ac:spMk id="10" creationId="{B53007C6-D3AE-4A8C-FE93-5967ABF9CB44}"/>
          </ac:spMkLst>
        </pc:spChg>
        <pc:cxnChg chg="del">
          <ac:chgData name="Christopher Power" userId="83706efc-52ec-4aad-b93a-e27c6e901a30" providerId="ADAL" clId="{135A6583-6EB7-5CD8-98DD-3F8AB8FA2165}" dt="2026-09-29T01:49:34.301" v="391" actId="478"/>
          <ac:cxnSpMkLst>
            <pc:docMk/>
            <pc:sldMk cId="2585382397" sldId="370"/>
            <ac:cxnSpMk id="7" creationId="{FACD3D34-E14D-1562-006C-6FAC98FFBFC4}"/>
          </ac:cxnSpMkLst>
        </pc:cxnChg>
      </pc:sldChg>
      <pc:sldChg chg="modSp add mod">
        <pc:chgData name="Christopher Power" userId="83706efc-52ec-4aad-b93a-e27c6e901a30" providerId="ADAL" clId="{135A6583-6EB7-5CD8-98DD-3F8AB8FA2165}" dt="2026-09-29T01:55:27.603" v="587" actId="20577"/>
        <pc:sldMkLst>
          <pc:docMk/>
          <pc:sldMk cId="412129649" sldId="371"/>
        </pc:sldMkLst>
        <pc:spChg chg="mod">
          <ac:chgData name="Christopher Power" userId="83706efc-52ec-4aad-b93a-e27c6e901a30" providerId="ADAL" clId="{135A6583-6EB7-5CD8-98DD-3F8AB8FA2165}" dt="2026-09-29T01:50:18.966" v="419" actId="20577"/>
          <ac:spMkLst>
            <pc:docMk/>
            <pc:sldMk cId="412129649" sldId="371"/>
            <ac:spMk id="2" creationId="{C15CE670-863C-4590-BB24-28F32E3D071E}"/>
          </ac:spMkLst>
        </pc:spChg>
        <pc:spChg chg="mod">
          <ac:chgData name="Christopher Power" userId="83706efc-52ec-4aad-b93a-e27c6e901a30" providerId="ADAL" clId="{135A6583-6EB7-5CD8-98DD-3F8AB8FA2165}" dt="2026-09-29T01:55:27.603" v="587" actId="20577"/>
          <ac:spMkLst>
            <pc:docMk/>
            <pc:sldMk cId="412129649" sldId="371"/>
            <ac:spMk id="5" creationId="{33A2E34A-C52D-805C-FDEF-769A8150B02F}"/>
          </ac:spMkLst>
        </pc:spChg>
        <pc:cxnChg chg="mod">
          <ac:chgData name="Christopher Power" userId="83706efc-52ec-4aad-b93a-e27c6e901a30" providerId="ADAL" clId="{135A6583-6EB7-5CD8-98DD-3F8AB8FA2165}" dt="2026-09-29T01:55:22.531" v="568" actId="14100"/>
          <ac:cxnSpMkLst>
            <pc:docMk/>
            <pc:sldMk cId="412129649" sldId="371"/>
            <ac:cxnSpMk id="7" creationId="{4A385E2A-58EC-A641-0F93-3620A306E323}"/>
          </ac:cxnSpMkLst>
        </pc:cxnChg>
      </pc:sldChg>
      <pc:sldChg chg="add ord setBg">
        <pc:chgData name="Christopher Power" userId="83706efc-52ec-4aad-b93a-e27c6e901a30" providerId="ADAL" clId="{135A6583-6EB7-5CD8-98DD-3F8AB8FA2165}" dt="2026-09-29T01:54:30.001" v="454" actId="20578"/>
        <pc:sldMkLst>
          <pc:docMk/>
          <pc:sldMk cId="151319116" sldId="3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85323A-822E-E84A-9FEB-A103DD03B04F}"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F92D9-E9D5-EA45-93E3-E28E893B5AE2}" type="slidenum">
              <a:rPr lang="en-US" smtClean="0"/>
              <a:t>‹#›</a:t>
            </a:fld>
            <a:endParaRPr lang="en-US"/>
          </a:p>
        </p:txBody>
      </p:sp>
    </p:spTree>
    <p:extLst>
      <p:ext uri="{BB962C8B-B14F-4D97-AF65-F5344CB8AC3E}">
        <p14:creationId xmlns:p14="http://schemas.microsoft.com/office/powerpoint/2010/main" val="150543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Give pairs about five minutes. Most students will list steps quickly, so push them on the "what might stop you" question, because that's where the real content of this lecture sits. Expect answers like a wrong PIN, not enough money, the machine being out of cash, or a blocked card. When you debrief, ask two or three pairs to share their "If X, then Y" sentence and write them on the board; you'll return to these on Slide 10. If a pair writes something vague like "if it doesn't work, then I can't get money," ask them what exactly "doesn't work" means. That precision is the habit we're building.</a:t>
            </a:r>
          </a:p>
        </p:txBody>
      </p:sp>
      <p:sp>
        <p:nvSpPr>
          <p:cNvPr id="4" name="Slide Number Placeholder 3"/>
          <p:cNvSpPr>
            <a:spLocks noGrp="1"/>
          </p:cNvSpPr>
          <p:nvPr>
            <p:ph type="sldNum" sz="quarter" idx="5"/>
          </p:nvPr>
        </p:nvSpPr>
        <p:spPr/>
        <p:txBody>
          <a:bodyPr/>
          <a:lstStyle/>
          <a:p>
            <a:fld id="{7B4F92D9-E9D5-EA45-93E3-E28E893B5AE2}" type="slidenum">
              <a:rPr lang="en-US" smtClean="0"/>
              <a:t>6</a:t>
            </a:fld>
            <a:endParaRPr lang="en-US"/>
          </a:p>
        </p:txBody>
      </p:sp>
    </p:spTree>
    <p:extLst>
      <p:ext uri="{BB962C8B-B14F-4D97-AF65-F5344CB8AC3E}">
        <p14:creationId xmlns:p14="http://schemas.microsoft.com/office/powerpoint/2010/main" val="588918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Another three to five minutes. The key shift here is getting students to see the problem from the machine's side, not just their own. Students tend to think the machine "knows" them, so ask where that knowledge actually lives: the card, the bank's records, or what they type in. Have pairs keep their written answers, because Slide 9 asks them to come back to this list and classify each piece. If someone mentions their name or face, don't correct it yet; it's a good example for the abstraction discussion on Slide 8.</a:t>
            </a:r>
          </a:p>
        </p:txBody>
      </p:sp>
      <p:sp>
        <p:nvSpPr>
          <p:cNvPr id="4" name="Slide Number Placeholder 3"/>
          <p:cNvSpPr>
            <a:spLocks noGrp="1"/>
          </p:cNvSpPr>
          <p:nvPr>
            <p:ph type="sldNum" sz="quarter" idx="5"/>
          </p:nvPr>
        </p:nvSpPr>
        <p:spPr/>
        <p:txBody>
          <a:bodyPr/>
          <a:lstStyle/>
          <a:p>
            <a:fld id="{7B4F92D9-E9D5-EA45-93E3-E28E893B5AE2}" type="slidenum">
              <a:rPr lang="en-US" smtClean="0"/>
              <a:t>7</a:t>
            </a:fld>
            <a:endParaRPr lang="en-US"/>
          </a:p>
        </p:txBody>
      </p:sp>
    </p:spTree>
    <p:extLst>
      <p:ext uri="{BB962C8B-B14F-4D97-AF65-F5344CB8AC3E}">
        <p14:creationId xmlns:p14="http://schemas.microsoft.com/office/powerpoint/2010/main" val="1038548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Clr>
                <a:schemeClr val="accent2"/>
              </a:buClr>
              <a:buFont typeface="Arial" panose="020B0604020202020204" pitchFamily="34" charset="0"/>
              <a:buChar char="•"/>
            </a:pPr>
            <a:r>
              <a:rPr lang="en-CA" dirty="0"/>
              <a:t>Frame these nine questions as a toolkit they'll use all term, updated from the last class. Point out that they've already answered several of them in the partner activities without realizing it: Slide 1 was about the goal and the steps, Slide 2 was about what we know and what's missing. Encourage students to write the list down or keep this slide handy, because the rest of the lecture labels each slide with the question it answers. You might mention that experienced programmers ask these questions constantly, often silently, before writing any code.</a:t>
            </a:r>
          </a:p>
        </p:txBody>
      </p:sp>
      <p:sp>
        <p:nvSpPr>
          <p:cNvPr id="4" name="Slide Number Placeholder 3"/>
          <p:cNvSpPr>
            <a:spLocks noGrp="1"/>
          </p:cNvSpPr>
          <p:nvPr>
            <p:ph type="sldNum" sz="quarter" idx="5"/>
          </p:nvPr>
        </p:nvSpPr>
        <p:spPr/>
        <p:txBody>
          <a:bodyPr/>
          <a:lstStyle/>
          <a:p>
            <a:fld id="{7B4F92D9-E9D5-EA45-93E3-E28E893B5AE2}" type="slidenum">
              <a:rPr lang="en-US" smtClean="0"/>
              <a:t>8</a:t>
            </a:fld>
            <a:endParaRPr lang="en-US"/>
          </a:p>
        </p:txBody>
      </p:sp>
    </p:spTree>
    <p:extLst>
      <p:ext uri="{BB962C8B-B14F-4D97-AF65-F5344CB8AC3E}">
        <p14:creationId xmlns:p14="http://schemas.microsoft.com/office/powerpoint/2010/main" val="2718203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4F92D9-E9D5-EA45-93E3-E28E893B5AE2}" type="slidenum">
              <a:rPr lang="en-US" smtClean="0"/>
              <a:t>10</a:t>
            </a:fld>
            <a:endParaRPr lang="en-US"/>
          </a:p>
        </p:txBody>
      </p:sp>
    </p:spTree>
    <p:extLst>
      <p:ext uri="{BB962C8B-B14F-4D97-AF65-F5344CB8AC3E}">
        <p14:creationId xmlns:p14="http://schemas.microsoft.com/office/powerpoint/2010/main" val="871434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4F92D9-E9D5-EA45-93E3-E28E893B5AE2}" type="slidenum">
              <a:rPr lang="en-US" smtClean="0"/>
              <a:t>11</a:t>
            </a:fld>
            <a:endParaRPr lang="en-US"/>
          </a:p>
        </p:txBody>
      </p:sp>
    </p:spTree>
    <p:extLst>
      <p:ext uri="{BB962C8B-B14F-4D97-AF65-F5344CB8AC3E}">
        <p14:creationId xmlns:p14="http://schemas.microsoft.com/office/powerpoint/2010/main" val="2761127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dirty="0"/>
              <a:t>Have students answer each one on their own first, then compare with a partner before you reveal. The goal is to practise evaluating step by step using the precedence order: arithmetic, then comparisons, then </a:t>
            </a:r>
            <a:r>
              <a:rPr lang="en-CA" sz="1200" kern="1200" dirty="0">
                <a:solidFill>
                  <a:schemeClr val="tx1"/>
                </a:solidFill>
                <a:latin typeface="+mn-lt"/>
                <a:ea typeface="+mn-ea"/>
                <a:cs typeface="+mn-cs"/>
              </a:rPr>
              <a:t>not</a:t>
            </a:r>
            <a:r>
              <a:rPr lang="en-CA" dirty="0"/>
              <a:t>, then </a:t>
            </a:r>
            <a:r>
              <a:rPr lang="en-CA" sz="1200" kern="1200" dirty="0">
                <a:solidFill>
                  <a:schemeClr val="tx1"/>
                </a:solidFill>
                <a:latin typeface="+mn-lt"/>
                <a:ea typeface="+mn-ea"/>
                <a:cs typeface="+mn-cs"/>
              </a:rPr>
              <a:t>and</a:t>
            </a:r>
            <a:r>
              <a:rPr lang="en-CA" dirty="0"/>
              <a:t>, then </a:t>
            </a:r>
            <a:r>
              <a:rPr lang="en-CA" sz="1200" kern="1200" dirty="0">
                <a:solidFill>
                  <a:schemeClr val="tx1"/>
                </a:solidFill>
                <a:latin typeface="+mn-lt"/>
                <a:ea typeface="+mn-ea"/>
                <a:cs typeface="+mn-cs"/>
              </a:rPr>
              <a:t>or</a:t>
            </a:r>
            <a:r>
              <a:rPr lang="en-CA" dirty="0"/>
              <a:t>.</a:t>
            </a:r>
          </a:p>
          <a:p>
            <a:pPr rtl="0"/>
            <a:r>
              <a:rPr lang="en-CA" sz="1200" b="1" kern="1200" dirty="0">
                <a:solidFill>
                  <a:schemeClr val="tx1"/>
                </a:solidFill>
                <a:latin typeface="+mn-lt"/>
                <a:ea typeface="+mn-ea"/>
                <a:cs typeface="+mn-cs"/>
              </a:rPr>
              <a:t>42 != 42</a:t>
            </a:r>
            <a:r>
              <a:rPr lang="en-CA" b="1" dirty="0"/>
              <a:t> → </a:t>
            </a:r>
            <a:r>
              <a:rPr lang="en-CA" sz="1200" b="1" kern="1200" dirty="0">
                <a:solidFill>
                  <a:schemeClr val="tx1"/>
                </a:solidFill>
                <a:latin typeface="+mn-lt"/>
                <a:ea typeface="+mn-ea"/>
                <a:cs typeface="+mn-cs"/>
              </a:rPr>
              <a:t>False</a:t>
            </a:r>
            <a:br>
              <a:rPr lang="en-CA" dirty="0"/>
            </a:br>
            <a:r>
              <a:rPr lang="en-CA" dirty="0"/>
              <a:t>A warm-up. </a:t>
            </a:r>
            <a:r>
              <a:rPr lang="en-CA" sz="1200" kern="1200" dirty="0">
                <a:solidFill>
                  <a:schemeClr val="tx1"/>
                </a:solidFill>
                <a:latin typeface="+mn-lt"/>
                <a:ea typeface="+mn-ea"/>
                <a:cs typeface="+mn-cs"/>
              </a:rPr>
              <a:t>!=</a:t>
            </a:r>
            <a:r>
              <a:rPr lang="en-CA" dirty="0"/>
              <a:t> asks "are these different?" They're the same, so the answer is False. Some students read </a:t>
            </a:r>
            <a:r>
              <a:rPr lang="en-CA" sz="1200" kern="1200" dirty="0">
                <a:solidFill>
                  <a:schemeClr val="tx1"/>
                </a:solidFill>
                <a:latin typeface="+mn-lt"/>
                <a:ea typeface="+mn-ea"/>
                <a:cs typeface="+mn-cs"/>
              </a:rPr>
              <a:t>!=</a:t>
            </a:r>
            <a:r>
              <a:rPr lang="en-CA" dirty="0"/>
              <a:t> as "not" and get confused, so say it aloud as "not equal to."</a:t>
            </a:r>
          </a:p>
          <a:p>
            <a:pPr rtl="0"/>
            <a:r>
              <a:rPr lang="en-CA" sz="1200" b="1" kern="1200" dirty="0">
                <a:solidFill>
                  <a:schemeClr val="tx1"/>
                </a:solidFill>
                <a:latin typeface="+mn-lt"/>
                <a:ea typeface="+mn-ea"/>
                <a:cs typeface="+mn-cs"/>
              </a:rPr>
              <a:t>42 &lt;= 42</a:t>
            </a:r>
            <a:r>
              <a:rPr lang="en-CA" b="1" dirty="0"/>
              <a:t> → </a:t>
            </a:r>
            <a:r>
              <a:rPr lang="en-CA" sz="1200" b="1" kern="1200" dirty="0">
                <a:solidFill>
                  <a:schemeClr val="tx1"/>
                </a:solidFill>
                <a:latin typeface="+mn-lt"/>
                <a:ea typeface="+mn-ea"/>
                <a:cs typeface="+mn-cs"/>
              </a:rPr>
              <a:t>True</a:t>
            </a:r>
            <a:br>
              <a:rPr lang="en-CA" dirty="0"/>
            </a:br>
            <a:r>
              <a:rPr lang="en-CA" dirty="0"/>
              <a:t>The "or equal to" part is what makes this True. Link it back to the bank machine: withdrawing exactly your balance should work, which is why we used </a:t>
            </a:r>
            <a:r>
              <a:rPr lang="en-CA" sz="1200" kern="1200" dirty="0">
                <a:solidFill>
                  <a:schemeClr val="tx1"/>
                </a:solidFill>
                <a:latin typeface="+mn-lt"/>
                <a:ea typeface="+mn-ea"/>
                <a:cs typeface="+mn-cs"/>
              </a:rPr>
              <a:t>&lt;=</a:t>
            </a:r>
            <a:r>
              <a:rPr lang="en-CA" dirty="0"/>
              <a:t> rather than </a:t>
            </a:r>
            <a:r>
              <a:rPr lang="en-CA" sz="1200" kern="1200" dirty="0">
                <a:solidFill>
                  <a:schemeClr val="tx1"/>
                </a:solidFill>
                <a:latin typeface="+mn-lt"/>
                <a:ea typeface="+mn-ea"/>
                <a:cs typeface="+mn-cs"/>
              </a:rPr>
              <a:t>&lt;</a:t>
            </a:r>
            <a:r>
              <a:rPr lang="en-CA" dirty="0"/>
              <a:t>.</a:t>
            </a:r>
          </a:p>
          <a:p>
            <a:pPr rtl="0"/>
            <a:r>
              <a:rPr lang="en-CA" sz="1200" b="1" kern="1200" dirty="0">
                <a:solidFill>
                  <a:schemeClr val="tx1"/>
                </a:solidFill>
                <a:latin typeface="+mn-lt"/>
                <a:ea typeface="+mn-ea"/>
                <a:cs typeface="+mn-cs"/>
              </a:rPr>
              <a:t>"A" &lt; "A" or "BB" &lt; "BBB"</a:t>
            </a:r>
            <a:r>
              <a:rPr lang="en-CA" b="1" dirty="0"/>
              <a:t> → </a:t>
            </a:r>
            <a:r>
              <a:rPr lang="en-CA" sz="1200" b="1" kern="1200" dirty="0">
                <a:solidFill>
                  <a:schemeClr val="tx1"/>
                </a:solidFill>
                <a:latin typeface="+mn-lt"/>
                <a:ea typeface="+mn-ea"/>
                <a:cs typeface="+mn-cs"/>
              </a:rPr>
              <a:t>True</a:t>
            </a:r>
            <a:br>
              <a:rPr lang="en-CA" dirty="0"/>
            </a:br>
            <a:r>
              <a:rPr lang="en-CA" dirty="0"/>
              <a:t>Comparisons first: </a:t>
            </a:r>
            <a:r>
              <a:rPr lang="en-CA" sz="1200" kern="1200" dirty="0">
                <a:solidFill>
                  <a:schemeClr val="tx1"/>
                </a:solidFill>
                <a:latin typeface="+mn-lt"/>
                <a:ea typeface="+mn-ea"/>
                <a:cs typeface="+mn-cs"/>
              </a:rPr>
              <a:t>"A" &lt; "A"</a:t>
            </a:r>
            <a:r>
              <a:rPr lang="en-CA" dirty="0"/>
              <a:t> is False, since a string isn't less than itself. </a:t>
            </a:r>
            <a:r>
              <a:rPr lang="en-CA" sz="1200" kern="1200" dirty="0">
                <a:solidFill>
                  <a:schemeClr val="tx1"/>
                </a:solidFill>
                <a:latin typeface="+mn-lt"/>
                <a:ea typeface="+mn-ea"/>
                <a:cs typeface="+mn-cs"/>
              </a:rPr>
              <a:t>"BB" &lt; "BBB"</a:t>
            </a:r>
            <a:r>
              <a:rPr lang="en-CA" dirty="0"/>
              <a:t> is True, because Python compares strings character by character, and when one string runs out first, the shorter one is smaller. Then </a:t>
            </a:r>
            <a:r>
              <a:rPr lang="en-CA" sz="1200" kern="1200" dirty="0">
                <a:solidFill>
                  <a:schemeClr val="tx1"/>
                </a:solidFill>
                <a:latin typeface="+mn-lt"/>
                <a:ea typeface="+mn-ea"/>
                <a:cs typeface="+mn-cs"/>
              </a:rPr>
              <a:t>False or True</a:t>
            </a:r>
            <a:r>
              <a:rPr lang="en-CA" dirty="0"/>
              <a:t> is True. Strings are compared alphabetically (technically by character code), which surprises students who expect comparison to only work on numbers. You can mention that </a:t>
            </a:r>
            <a:r>
              <a:rPr lang="en-CA" sz="1200" kern="1200" dirty="0">
                <a:solidFill>
                  <a:schemeClr val="tx1"/>
                </a:solidFill>
                <a:latin typeface="+mn-lt"/>
                <a:ea typeface="+mn-ea"/>
                <a:cs typeface="+mn-cs"/>
              </a:rPr>
              <a:t>"Z" &lt; "a"</a:t>
            </a:r>
            <a:r>
              <a:rPr lang="en-CA" dirty="0"/>
              <a:t> is True, because uppercase letters come before lowercase ones.</a:t>
            </a:r>
          </a:p>
          <a:p>
            <a:pPr rtl="0"/>
            <a:r>
              <a:rPr lang="en-CA" sz="1200" b="1" kern="1200" dirty="0">
                <a:solidFill>
                  <a:schemeClr val="tx1"/>
                </a:solidFill>
                <a:latin typeface="+mn-lt"/>
                <a:ea typeface="+mn-ea"/>
                <a:cs typeface="+mn-cs"/>
              </a:rPr>
              <a:t>1 - 1 &gt; 0 and -2 &gt; 0</a:t>
            </a:r>
            <a:r>
              <a:rPr lang="en-CA" b="1" dirty="0"/>
              <a:t> → </a:t>
            </a:r>
            <a:r>
              <a:rPr lang="en-CA" sz="1200" b="1" kern="1200" dirty="0">
                <a:solidFill>
                  <a:schemeClr val="tx1"/>
                </a:solidFill>
                <a:latin typeface="+mn-lt"/>
                <a:ea typeface="+mn-ea"/>
                <a:cs typeface="+mn-cs"/>
              </a:rPr>
              <a:t>False</a:t>
            </a:r>
            <a:br>
              <a:rPr lang="en-CA" dirty="0"/>
            </a:br>
            <a:r>
              <a:rPr lang="en-CA" dirty="0"/>
              <a:t>Arithmetic first: </a:t>
            </a:r>
            <a:r>
              <a:rPr lang="en-CA" sz="1200" kern="1200" dirty="0">
                <a:solidFill>
                  <a:schemeClr val="tx1"/>
                </a:solidFill>
                <a:latin typeface="+mn-lt"/>
                <a:ea typeface="+mn-ea"/>
                <a:cs typeface="+mn-cs"/>
              </a:rPr>
              <a:t>1 - 1</a:t>
            </a:r>
            <a:r>
              <a:rPr lang="en-CA" dirty="0"/>
              <a:t> is 0. Then comparisons: </a:t>
            </a:r>
            <a:r>
              <a:rPr lang="en-CA" sz="1200" kern="1200" dirty="0">
                <a:solidFill>
                  <a:schemeClr val="tx1"/>
                </a:solidFill>
                <a:latin typeface="+mn-lt"/>
                <a:ea typeface="+mn-ea"/>
                <a:cs typeface="+mn-cs"/>
              </a:rPr>
              <a:t>0 &gt; 0</a:t>
            </a:r>
            <a:r>
              <a:rPr lang="en-CA" dirty="0"/>
              <a:t> is False and </a:t>
            </a:r>
            <a:r>
              <a:rPr lang="en-CA" sz="1200" kern="1200" dirty="0">
                <a:solidFill>
                  <a:schemeClr val="tx1"/>
                </a:solidFill>
                <a:latin typeface="+mn-lt"/>
                <a:ea typeface="+mn-ea"/>
                <a:cs typeface="+mn-cs"/>
              </a:rPr>
              <a:t>-2 &gt; 0</a:t>
            </a:r>
            <a:r>
              <a:rPr lang="en-CA" dirty="0"/>
              <a:t> is False. Then </a:t>
            </a:r>
            <a:r>
              <a:rPr lang="en-CA" sz="1200" kern="1200" dirty="0">
                <a:solidFill>
                  <a:schemeClr val="tx1"/>
                </a:solidFill>
                <a:latin typeface="+mn-lt"/>
                <a:ea typeface="+mn-ea"/>
                <a:cs typeface="+mn-cs"/>
              </a:rPr>
              <a:t>False and False</a:t>
            </a:r>
            <a:r>
              <a:rPr lang="en-CA" dirty="0"/>
              <a:t> is False. Worth pointing out that Python actually stops as soon as it sees the first False, because an </a:t>
            </a:r>
            <a:r>
              <a:rPr lang="en-CA" sz="1200" kern="1200" dirty="0">
                <a:solidFill>
                  <a:schemeClr val="tx1"/>
                </a:solidFill>
                <a:latin typeface="+mn-lt"/>
                <a:ea typeface="+mn-ea"/>
                <a:cs typeface="+mn-cs"/>
              </a:rPr>
              <a:t>and</a:t>
            </a:r>
            <a:r>
              <a:rPr lang="en-CA" dirty="0"/>
              <a:t> can't be True once one side is False. This is called short-circuit evaluation, and it's handy later for avoiding errors, such as checking that a list isn't empty before looking at its first item.</a:t>
            </a:r>
          </a:p>
          <a:p>
            <a:pPr rtl="0"/>
            <a:r>
              <a:rPr lang="en-CA" sz="1200" b="1" kern="1200" dirty="0" err="1">
                <a:solidFill>
                  <a:schemeClr val="tx1"/>
                </a:solidFill>
                <a:latin typeface="+mn-lt"/>
                <a:ea typeface="+mn-ea"/>
                <a:cs typeface="+mn-cs"/>
              </a:rPr>
              <a:t>len</a:t>
            </a:r>
            <a:r>
              <a:rPr lang="en-CA" sz="1200" b="1" kern="1200" dirty="0">
                <a:solidFill>
                  <a:schemeClr val="tx1"/>
                </a:solidFill>
                <a:latin typeface="+mn-lt"/>
                <a:ea typeface="+mn-ea"/>
                <a:cs typeface="+mn-cs"/>
              </a:rPr>
              <a:t>("ABC") &gt; 0 and not </a:t>
            </a:r>
            <a:r>
              <a:rPr lang="en-CA" sz="1200" b="1" kern="1200" dirty="0" err="1">
                <a:solidFill>
                  <a:schemeClr val="tx1"/>
                </a:solidFill>
                <a:latin typeface="+mn-lt"/>
                <a:ea typeface="+mn-ea"/>
                <a:cs typeface="+mn-cs"/>
              </a:rPr>
              <a:t>len</a:t>
            </a:r>
            <a:r>
              <a:rPr lang="en-CA" sz="1200" b="1" kern="1200" dirty="0">
                <a:solidFill>
                  <a:schemeClr val="tx1"/>
                </a:solidFill>
                <a:latin typeface="+mn-lt"/>
                <a:ea typeface="+mn-ea"/>
                <a:cs typeface="+mn-cs"/>
              </a:rPr>
              <a:t>("ABC") &lt; 2</a:t>
            </a:r>
            <a:r>
              <a:rPr lang="en-CA" b="1" dirty="0"/>
              <a:t> → </a:t>
            </a:r>
            <a:r>
              <a:rPr lang="en-CA" sz="1200" b="1" kern="1200" dirty="0">
                <a:solidFill>
                  <a:schemeClr val="tx1"/>
                </a:solidFill>
                <a:latin typeface="+mn-lt"/>
                <a:ea typeface="+mn-ea"/>
                <a:cs typeface="+mn-cs"/>
              </a:rPr>
              <a:t>True</a:t>
            </a:r>
            <a:br>
              <a:rPr lang="en-CA" dirty="0"/>
            </a:br>
            <a:r>
              <a:rPr lang="en-CA" sz="1200" kern="1200" dirty="0" err="1">
                <a:solidFill>
                  <a:schemeClr val="tx1"/>
                </a:solidFill>
                <a:latin typeface="+mn-lt"/>
                <a:ea typeface="+mn-ea"/>
                <a:cs typeface="+mn-cs"/>
              </a:rPr>
              <a:t>len</a:t>
            </a:r>
            <a:r>
              <a:rPr lang="en-CA" sz="1200" kern="1200" dirty="0">
                <a:solidFill>
                  <a:schemeClr val="tx1"/>
                </a:solidFill>
                <a:latin typeface="+mn-lt"/>
                <a:ea typeface="+mn-ea"/>
                <a:cs typeface="+mn-cs"/>
              </a:rPr>
              <a:t>("ABC")</a:t>
            </a:r>
            <a:r>
              <a:rPr lang="en-CA" dirty="0"/>
              <a:t> is 3, so the expression becomes </a:t>
            </a:r>
            <a:r>
              <a:rPr lang="en-CA" sz="1200" kern="1200" dirty="0">
                <a:solidFill>
                  <a:schemeClr val="tx1"/>
                </a:solidFill>
                <a:latin typeface="+mn-lt"/>
                <a:ea typeface="+mn-ea"/>
                <a:cs typeface="+mn-cs"/>
              </a:rPr>
              <a:t>3 &gt; 0 and not 3 &lt; 2</a:t>
            </a:r>
            <a:r>
              <a:rPr lang="en-CA" dirty="0"/>
              <a:t>. Comparisons come before </a:t>
            </a:r>
            <a:r>
              <a:rPr lang="en-CA" sz="1200" kern="1200" dirty="0">
                <a:solidFill>
                  <a:schemeClr val="tx1"/>
                </a:solidFill>
                <a:latin typeface="+mn-lt"/>
                <a:ea typeface="+mn-ea"/>
                <a:cs typeface="+mn-cs"/>
              </a:rPr>
              <a:t>not</a:t>
            </a:r>
            <a:r>
              <a:rPr lang="en-CA" dirty="0"/>
              <a:t>, so </a:t>
            </a:r>
            <a:r>
              <a:rPr lang="en-CA" sz="1200" kern="1200" dirty="0">
                <a:solidFill>
                  <a:schemeClr val="tx1"/>
                </a:solidFill>
                <a:latin typeface="+mn-lt"/>
                <a:ea typeface="+mn-ea"/>
                <a:cs typeface="+mn-cs"/>
              </a:rPr>
              <a:t>3 &lt; 2</a:t>
            </a:r>
            <a:r>
              <a:rPr lang="en-CA" dirty="0"/>
              <a:t> is evaluated first (False), and </a:t>
            </a:r>
            <a:r>
              <a:rPr lang="en-CA" sz="1200" kern="1200" dirty="0">
                <a:solidFill>
                  <a:schemeClr val="tx1"/>
                </a:solidFill>
                <a:latin typeface="+mn-lt"/>
                <a:ea typeface="+mn-ea"/>
                <a:cs typeface="+mn-cs"/>
              </a:rPr>
              <a:t>not False</a:t>
            </a:r>
            <a:r>
              <a:rPr lang="en-CA" dirty="0"/>
              <a:t> becomes True. Then </a:t>
            </a:r>
            <a:r>
              <a:rPr lang="en-CA" sz="1200" kern="1200" dirty="0">
                <a:solidFill>
                  <a:schemeClr val="tx1"/>
                </a:solidFill>
                <a:latin typeface="+mn-lt"/>
                <a:ea typeface="+mn-ea"/>
                <a:cs typeface="+mn-cs"/>
              </a:rPr>
              <a:t>3 &gt; 0</a:t>
            </a:r>
            <a:r>
              <a:rPr lang="en-CA" dirty="0"/>
              <a:t> is True, so </a:t>
            </a:r>
            <a:r>
              <a:rPr lang="en-CA" sz="1200" kern="1200" dirty="0">
                <a:solidFill>
                  <a:schemeClr val="tx1"/>
                </a:solidFill>
                <a:latin typeface="+mn-lt"/>
                <a:ea typeface="+mn-ea"/>
                <a:cs typeface="+mn-cs"/>
              </a:rPr>
              <a:t>True and True</a:t>
            </a:r>
            <a:r>
              <a:rPr lang="en-CA" dirty="0"/>
              <a:t> is True. This is the one most students get wrong, because they try to apply </a:t>
            </a:r>
            <a:r>
              <a:rPr lang="en-CA" sz="1200" kern="1200" dirty="0">
                <a:solidFill>
                  <a:schemeClr val="tx1"/>
                </a:solidFill>
                <a:latin typeface="+mn-lt"/>
                <a:ea typeface="+mn-ea"/>
                <a:cs typeface="+mn-cs"/>
              </a:rPr>
              <a:t>not</a:t>
            </a:r>
            <a:r>
              <a:rPr lang="en-CA" dirty="0"/>
              <a:t> to </a:t>
            </a:r>
            <a:r>
              <a:rPr lang="en-CA" sz="1200" kern="1200" dirty="0" err="1">
                <a:solidFill>
                  <a:schemeClr val="tx1"/>
                </a:solidFill>
                <a:latin typeface="+mn-lt"/>
                <a:ea typeface="+mn-ea"/>
                <a:cs typeface="+mn-cs"/>
              </a:rPr>
              <a:t>len</a:t>
            </a:r>
            <a:r>
              <a:rPr lang="en-CA" sz="1200" kern="1200" dirty="0">
                <a:solidFill>
                  <a:schemeClr val="tx1"/>
                </a:solidFill>
                <a:latin typeface="+mn-lt"/>
                <a:ea typeface="+mn-ea"/>
                <a:cs typeface="+mn-cs"/>
              </a:rPr>
              <a:t>("ABC")</a:t>
            </a:r>
            <a:r>
              <a:rPr lang="en-CA" dirty="0"/>
              <a:t> directly. Suggest writing it with brackets, </a:t>
            </a:r>
            <a:r>
              <a:rPr lang="en-CA" sz="1200" kern="1200" dirty="0">
                <a:solidFill>
                  <a:schemeClr val="tx1"/>
                </a:solidFill>
                <a:latin typeface="+mn-lt"/>
                <a:ea typeface="+mn-ea"/>
                <a:cs typeface="+mn-cs"/>
              </a:rPr>
              <a:t>not (</a:t>
            </a:r>
            <a:r>
              <a:rPr lang="en-CA" sz="1200" kern="1200" dirty="0" err="1">
                <a:solidFill>
                  <a:schemeClr val="tx1"/>
                </a:solidFill>
                <a:latin typeface="+mn-lt"/>
                <a:ea typeface="+mn-ea"/>
                <a:cs typeface="+mn-cs"/>
              </a:rPr>
              <a:t>len</a:t>
            </a:r>
            <a:r>
              <a:rPr lang="en-CA" sz="1200" kern="1200" dirty="0">
                <a:solidFill>
                  <a:schemeClr val="tx1"/>
                </a:solidFill>
                <a:latin typeface="+mn-lt"/>
                <a:ea typeface="+mn-ea"/>
                <a:cs typeface="+mn-cs"/>
              </a:rPr>
              <a:t>("ABC") &lt; 2)</a:t>
            </a:r>
            <a:r>
              <a:rPr lang="en-CA" dirty="0"/>
              <a:t>, to make the meaning clear to a human reader.</a:t>
            </a:r>
          </a:p>
          <a:p>
            <a:endParaRPr lang="en-CA" dirty="0"/>
          </a:p>
        </p:txBody>
      </p:sp>
      <p:sp>
        <p:nvSpPr>
          <p:cNvPr id="4" name="Slide Number Placeholder 3"/>
          <p:cNvSpPr>
            <a:spLocks noGrp="1"/>
          </p:cNvSpPr>
          <p:nvPr>
            <p:ph type="sldNum" sz="quarter" idx="5"/>
          </p:nvPr>
        </p:nvSpPr>
        <p:spPr/>
        <p:txBody>
          <a:bodyPr/>
          <a:lstStyle/>
          <a:p>
            <a:fld id="{7B4F92D9-E9D5-EA45-93E3-E28E893B5AE2}" type="slidenum">
              <a:rPr lang="en-US" smtClean="0"/>
              <a:t>20</a:t>
            </a:fld>
            <a:endParaRPr lang="en-US"/>
          </a:p>
        </p:txBody>
      </p:sp>
    </p:spTree>
    <p:extLst>
      <p:ext uri="{BB962C8B-B14F-4D97-AF65-F5344CB8AC3E}">
        <p14:creationId xmlns:p14="http://schemas.microsoft.com/office/powerpoint/2010/main" val="1236312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b="1"/>
              <a:t>Why does it print "ack double 6"?</a:t>
            </a:r>
            <a:endParaRPr lang="en-CA"/>
          </a:p>
          <a:p>
            <a:pPr rtl="0"/>
            <a:r>
              <a:rPr lang="en-CA"/>
              <a:t>Evaluate the condition step by step with </a:t>
            </a:r>
            <a:r>
              <a:rPr lang="en-CA" sz="1200" kern="1200">
                <a:solidFill>
                  <a:schemeClr val="tx1"/>
                </a:solidFill>
                <a:latin typeface="+mn-lt"/>
                <a:ea typeface="+mn-ea"/>
                <a:cs typeface="+mn-cs"/>
              </a:rPr>
              <a:t>die_roll1 = 5</a:t>
            </a:r>
            <a:r>
              <a:rPr lang="en-CA"/>
              <a:t> and </a:t>
            </a:r>
            <a:r>
              <a:rPr lang="en-CA" sz="1200" kern="1200">
                <a:solidFill>
                  <a:schemeClr val="tx1"/>
                </a:solidFill>
                <a:latin typeface="+mn-lt"/>
                <a:ea typeface="+mn-ea"/>
                <a:cs typeface="+mn-cs"/>
              </a:rPr>
              <a:t>die_roll2 = 6</a:t>
            </a:r>
            <a:r>
              <a:rPr lang="en-CA"/>
              <a:t>. Comparisons come before </a:t>
            </a:r>
            <a:r>
              <a:rPr lang="en-CA" sz="1200" kern="1200">
                <a:solidFill>
                  <a:schemeClr val="tx1"/>
                </a:solidFill>
                <a:latin typeface="+mn-lt"/>
                <a:ea typeface="+mn-ea"/>
                <a:cs typeface="+mn-cs"/>
              </a:rPr>
              <a:t>not</a:t>
            </a:r>
            <a:r>
              <a:rPr lang="en-CA"/>
              <a:t>, so each </a:t>
            </a:r>
            <a:r>
              <a:rPr lang="en-CA" sz="1200" kern="1200">
                <a:solidFill>
                  <a:schemeClr val="tx1"/>
                </a:solidFill>
                <a:latin typeface="+mn-lt"/>
                <a:ea typeface="+mn-ea"/>
                <a:cs typeface="+mn-cs"/>
              </a:rPr>
              <a:t>not</a:t>
            </a:r>
            <a:r>
              <a:rPr lang="en-CA"/>
              <a:t> applies to its own comparison:</a:t>
            </a:r>
          </a:p>
          <a:p>
            <a:pPr lvl="0" rtl="0"/>
            <a:r>
              <a:rPr lang="en-CA" sz="1200" kern="1200">
                <a:solidFill>
                  <a:schemeClr val="tx1"/>
                </a:solidFill>
                <a:latin typeface="+mn-lt"/>
                <a:ea typeface="+mn-ea"/>
                <a:cs typeface="+mn-cs"/>
              </a:rPr>
              <a:t>not die_roll1 == 6</a:t>
            </a:r>
            <a:r>
              <a:rPr lang="en-CA"/>
              <a:t> → </a:t>
            </a:r>
            <a:r>
              <a:rPr lang="en-CA" sz="1200" kern="1200">
                <a:solidFill>
                  <a:schemeClr val="tx1"/>
                </a:solidFill>
                <a:latin typeface="+mn-lt"/>
                <a:ea typeface="+mn-ea"/>
                <a:cs typeface="+mn-cs"/>
              </a:rPr>
              <a:t>not (5 == 6)</a:t>
            </a:r>
            <a:r>
              <a:rPr lang="en-CA"/>
              <a:t> → </a:t>
            </a:r>
            <a:r>
              <a:rPr lang="en-CA" sz="1200" kern="1200">
                <a:solidFill>
                  <a:schemeClr val="tx1"/>
                </a:solidFill>
                <a:latin typeface="+mn-lt"/>
                <a:ea typeface="+mn-ea"/>
                <a:cs typeface="+mn-cs"/>
              </a:rPr>
              <a:t>not False</a:t>
            </a:r>
            <a:r>
              <a:rPr lang="en-CA"/>
              <a:t> → </a:t>
            </a:r>
            <a:r>
              <a:rPr lang="en-CA" sz="1200" kern="1200">
                <a:solidFill>
                  <a:schemeClr val="tx1"/>
                </a:solidFill>
                <a:latin typeface="+mn-lt"/>
                <a:ea typeface="+mn-ea"/>
                <a:cs typeface="+mn-cs"/>
              </a:rPr>
              <a:t>True</a:t>
            </a:r>
            <a:endParaRPr lang="en-CA"/>
          </a:p>
          <a:p>
            <a:pPr lvl="0" rtl="0"/>
            <a:r>
              <a:rPr lang="en-CA" sz="1200" kern="1200">
                <a:solidFill>
                  <a:schemeClr val="tx1"/>
                </a:solidFill>
                <a:latin typeface="+mn-lt"/>
                <a:ea typeface="+mn-ea"/>
                <a:cs typeface="+mn-cs"/>
              </a:rPr>
              <a:t>not die_roll2 == 6</a:t>
            </a:r>
            <a:r>
              <a:rPr lang="en-CA"/>
              <a:t> → </a:t>
            </a:r>
            <a:r>
              <a:rPr lang="en-CA" sz="1200" kern="1200">
                <a:solidFill>
                  <a:schemeClr val="tx1"/>
                </a:solidFill>
                <a:latin typeface="+mn-lt"/>
                <a:ea typeface="+mn-ea"/>
                <a:cs typeface="+mn-cs"/>
              </a:rPr>
              <a:t>not (6 == 6)</a:t>
            </a:r>
            <a:r>
              <a:rPr lang="en-CA"/>
              <a:t> → </a:t>
            </a:r>
            <a:r>
              <a:rPr lang="en-CA" sz="1200" kern="1200">
                <a:solidFill>
                  <a:schemeClr val="tx1"/>
                </a:solidFill>
                <a:latin typeface="+mn-lt"/>
                <a:ea typeface="+mn-ea"/>
                <a:cs typeface="+mn-cs"/>
              </a:rPr>
              <a:t>not True</a:t>
            </a:r>
            <a:r>
              <a:rPr lang="en-CA"/>
              <a:t> → </a:t>
            </a:r>
            <a:r>
              <a:rPr lang="en-CA" sz="1200" kern="1200">
                <a:solidFill>
                  <a:schemeClr val="tx1"/>
                </a:solidFill>
                <a:latin typeface="+mn-lt"/>
                <a:ea typeface="+mn-ea"/>
                <a:cs typeface="+mn-cs"/>
              </a:rPr>
              <a:t>False</a:t>
            </a:r>
            <a:endParaRPr lang="en-CA"/>
          </a:p>
          <a:p>
            <a:pPr lvl="0" rtl="0"/>
            <a:r>
              <a:rPr lang="en-CA" sz="1200" kern="1200">
                <a:solidFill>
                  <a:schemeClr val="tx1"/>
                </a:solidFill>
                <a:latin typeface="+mn-lt"/>
                <a:ea typeface="+mn-ea"/>
                <a:cs typeface="+mn-cs"/>
              </a:rPr>
              <a:t>True and False</a:t>
            </a:r>
            <a:r>
              <a:rPr lang="en-CA"/>
              <a:t> → </a:t>
            </a:r>
            <a:r>
              <a:rPr lang="en-CA" sz="1200" kern="1200">
                <a:solidFill>
                  <a:schemeClr val="tx1"/>
                </a:solidFill>
                <a:latin typeface="+mn-lt"/>
                <a:ea typeface="+mn-ea"/>
                <a:cs typeface="+mn-cs"/>
              </a:rPr>
              <a:t>False</a:t>
            </a:r>
            <a:endParaRPr lang="en-CA"/>
          </a:p>
          <a:p>
            <a:pPr rtl="0"/>
            <a:r>
              <a:rPr lang="en-CA"/>
              <a:t>The condition is False, so Python runs the </a:t>
            </a:r>
            <a:r>
              <a:rPr lang="en-CA" sz="1200" kern="1200">
                <a:solidFill>
                  <a:schemeClr val="tx1"/>
                </a:solidFill>
                <a:latin typeface="+mn-lt"/>
                <a:ea typeface="+mn-ea"/>
                <a:cs typeface="+mn-cs"/>
              </a:rPr>
              <a:t>else</a:t>
            </a:r>
            <a:r>
              <a:rPr lang="en-CA"/>
              <a:t> branch and prints "ack double 6", even though only one die is a 6.</a:t>
            </a:r>
          </a:p>
          <a:p>
            <a:pPr rtl="0"/>
            <a:r>
              <a:rPr lang="en-CA"/>
              <a:t>The real problem is that the code doesn't say what we meant. We wanted "it's not the case that </a:t>
            </a:r>
            <a:r>
              <a:rPr lang="en-CA" i="1"/>
              <a:t>both</a:t>
            </a:r>
            <a:r>
              <a:rPr lang="en-CA"/>
              <a:t> dice are 6." What we wrote says "die 1 isn't a 6 </a:t>
            </a:r>
            <a:r>
              <a:rPr lang="en-CA" i="1"/>
              <a:t>and</a:t>
            </a:r>
            <a:r>
              <a:rPr lang="en-CA"/>
              <a:t> die 2 isn't a 6," which means "</a:t>
            </a:r>
            <a:r>
              <a:rPr lang="en-CA" i="1"/>
              <a:t>neither</a:t>
            </a:r>
            <a:r>
              <a:rPr lang="en-CA"/>
              <a:t> die is a 6." Those are different questions, and any roll with at least one 6 exposes the difference.</a:t>
            </a:r>
          </a:p>
          <a:p>
            <a:pPr rtl="0"/>
            <a:r>
              <a:rPr lang="en-CA" b="1"/>
              <a:t>Fixing the logic</a:t>
            </a:r>
            <a:endParaRPr lang="en-CA"/>
          </a:p>
          <a:p>
            <a:pPr rtl="0"/>
            <a:r>
              <a:rPr lang="en-CA"/>
              <a:t>Option 1: put the </a:t>
            </a:r>
            <a:r>
              <a:rPr lang="en-CA" sz="1200" kern="1200">
                <a:solidFill>
                  <a:schemeClr val="tx1"/>
                </a:solidFill>
                <a:latin typeface="+mn-lt"/>
                <a:ea typeface="+mn-ea"/>
                <a:cs typeface="+mn-cs"/>
              </a:rPr>
              <a:t>not</a:t>
            </a:r>
            <a:r>
              <a:rPr lang="en-CA"/>
              <a:t> around the whole thing, which is the most direct translation of "not double 6s":</a:t>
            </a:r>
          </a:p>
          <a:p>
            <a:pPr rtl="0"/>
            <a:r>
              <a:rPr lang="en-CA"/>
              <a:t>python</a:t>
            </a:r>
          </a:p>
          <a:p>
            <a:pPr rtl="0"/>
            <a:r>
              <a:rPr lang="en-CA" sz="1200" kern="1200">
                <a:solidFill>
                  <a:schemeClr val="tx1"/>
                </a:solidFill>
                <a:effectLst/>
                <a:latin typeface="+mn-lt"/>
                <a:ea typeface="+mn-ea"/>
                <a:cs typeface="+mn-cs"/>
              </a:rPr>
              <a:t>if not (die_roll1 == 6 and die_roll2 == 6):</a:t>
            </a:r>
          </a:p>
          <a:p>
            <a:endParaRPr lang="en-US"/>
          </a:p>
        </p:txBody>
      </p:sp>
      <p:sp>
        <p:nvSpPr>
          <p:cNvPr id="4" name="Slide Number Placeholder 3"/>
          <p:cNvSpPr>
            <a:spLocks noGrp="1"/>
          </p:cNvSpPr>
          <p:nvPr>
            <p:ph type="sldNum" sz="quarter" idx="5"/>
          </p:nvPr>
        </p:nvSpPr>
        <p:spPr/>
        <p:txBody>
          <a:bodyPr/>
          <a:lstStyle/>
          <a:p>
            <a:fld id="{7B4F92D9-E9D5-EA45-93E3-E28E893B5AE2}" type="slidenum">
              <a:rPr lang="en-US" smtClean="0"/>
              <a:t>27</a:t>
            </a:fld>
            <a:endParaRPr lang="en-US"/>
          </a:p>
        </p:txBody>
      </p:sp>
    </p:spTree>
    <p:extLst>
      <p:ext uri="{BB962C8B-B14F-4D97-AF65-F5344CB8AC3E}">
        <p14:creationId xmlns:p14="http://schemas.microsoft.com/office/powerpoint/2010/main" val="467339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9/28/26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9/28/26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9/28/26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9/28/26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9/28/26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9/28/26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9/28/26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9/28/26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9/28/26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9/28/26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9/28/26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9/28/26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colab.research.google.com/github/UPEI-CS/CS1910-Students/blob/main/lectures/06-Decisions/CS1910_Decisions_Workbook.ipynb"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a:bodyPr>
          <a:lstStyle/>
          <a:p>
            <a:r>
              <a:rPr lang="en-US" sz="4000" dirty="0">
                <a:solidFill>
                  <a:schemeClr val="tx1"/>
                </a:solidFill>
              </a:rPr>
              <a:t>DECISIONS</a:t>
            </a:r>
            <a:br>
              <a:rPr lang="en-US" sz="4000" dirty="0">
                <a:solidFill>
                  <a:schemeClr val="tx1"/>
                </a:solidFill>
              </a:rPr>
            </a:br>
            <a:r>
              <a:rPr lang="en-US" sz="4000" dirty="0">
                <a:solidFill>
                  <a:schemeClr val="tx1"/>
                </a:solidFill>
              </a:rPr>
              <a:t>(If/Then/Else)</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I</a:t>
            </a:r>
          </a:p>
        </p:txBody>
      </p:sp>
    </p:spTree>
    <p:extLst>
      <p:ext uri="{BB962C8B-B14F-4D97-AF65-F5344CB8AC3E}">
        <p14:creationId xmlns:p14="http://schemas.microsoft.com/office/powerpoint/2010/main" val="300206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37D40-4798-1737-FFB0-E1D884432931}"/>
              </a:ext>
            </a:extLst>
          </p:cNvPr>
          <p:cNvSpPr>
            <a:spLocks noGrp="1"/>
          </p:cNvSpPr>
          <p:nvPr>
            <p:ph type="title"/>
          </p:nvPr>
        </p:nvSpPr>
        <p:spPr/>
        <p:txBody>
          <a:bodyPr/>
          <a:lstStyle/>
          <a:p>
            <a:r>
              <a:rPr lang="en-US" dirty="0"/>
              <a:t>Flow of Control</a:t>
            </a:r>
          </a:p>
        </p:txBody>
      </p:sp>
      <p:sp>
        <p:nvSpPr>
          <p:cNvPr id="3" name="Content Placeholder 2">
            <a:extLst>
              <a:ext uri="{FF2B5EF4-FFF2-40B4-BE49-F238E27FC236}">
                <a16:creationId xmlns:a16="http://schemas.microsoft.com/office/drawing/2014/main" id="{DF0965DA-C2C5-552F-A12E-6EACC068BA53}"/>
              </a:ext>
            </a:extLst>
          </p:cNvPr>
          <p:cNvSpPr>
            <a:spLocks noGrp="1"/>
          </p:cNvSpPr>
          <p:nvPr>
            <p:ph idx="1"/>
          </p:nvPr>
        </p:nvSpPr>
        <p:spPr>
          <a:xfrm>
            <a:off x="855433" y="2349810"/>
            <a:ext cx="4087602" cy="3101983"/>
          </a:xfrm>
        </p:spPr>
        <p:txBody>
          <a:bodyPr>
            <a:noAutofit/>
          </a:bodyPr>
          <a:lstStyle/>
          <a:p>
            <a:r>
              <a:rPr lang="en-US" sz="1600" dirty="0"/>
              <a:t>Typically the flow of our programs has been a sequence of statements executed in order</a:t>
            </a:r>
          </a:p>
          <a:p>
            <a:r>
              <a:rPr lang="en-US" sz="1600" dirty="0"/>
              <a:t>There are statements that alter this order:</a:t>
            </a:r>
          </a:p>
          <a:p>
            <a:pPr lvl="1"/>
            <a:r>
              <a:rPr lang="en-US" dirty="0"/>
              <a:t>Decision Statements – things that go one way based on whether something is true, and another way if it is false</a:t>
            </a:r>
          </a:p>
          <a:p>
            <a:pPr lvl="1"/>
            <a:r>
              <a:rPr lang="en-US" dirty="0"/>
              <a:t>Repetition Statements – things that happened over and over as long as something is true, and stops if something is false</a:t>
            </a:r>
          </a:p>
          <a:p>
            <a:r>
              <a:rPr lang="en-US" sz="1600" dirty="0"/>
              <a:t>Both require a </a:t>
            </a:r>
            <a:r>
              <a:rPr lang="en-US" sz="1600" i="1" dirty="0"/>
              <a:t>conditional statement</a:t>
            </a:r>
            <a:r>
              <a:rPr lang="en-US" sz="1600" dirty="0"/>
              <a:t> to change the flow of our program from being just one step after another</a:t>
            </a:r>
          </a:p>
          <a:p>
            <a:endParaRPr lang="en-US" sz="1600" dirty="0"/>
          </a:p>
        </p:txBody>
      </p:sp>
      <p:sp>
        <p:nvSpPr>
          <p:cNvPr id="7" name="Rectangle 6">
            <a:extLst>
              <a:ext uri="{FF2B5EF4-FFF2-40B4-BE49-F238E27FC236}">
                <a16:creationId xmlns:a16="http://schemas.microsoft.com/office/drawing/2014/main" id="{E2302C79-7BDB-9717-4C87-34234973619A}"/>
              </a:ext>
            </a:extLst>
          </p:cNvPr>
          <p:cNvSpPr/>
          <p:nvPr/>
        </p:nvSpPr>
        <p:spPr>
          <a:xfrm>
            <a:off x="5474677" y="2453196"/>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1</a:t>
            </a:r>
          </a:p>
        </p:txBody>
      </p:sp>
      <p:sp>
        <p:nvSpPr>
          <p:cNvPr id="9" name="Rectangle 8">
            <a:extLst>
              <a:ext uri="{FF2B5EF4-FFF2-40B4-BE49-F238E27FC236}">
                <a16:creationId xmlns:a16="http://schemas.microsoft.com/office/drawing/2014/main" id="{AB84BDA4-BFE1-5ED8-925F-2CB9924EF39F}"/>
              </a:ext>
            </a:extLst>
          </p:cNvPr>
          <p:cNvSpPr/>
          <p:nvPr/>
        </p:nvSpPr>
        <p:spPr>
          <a:xfrm>
            <a:off x="5474677" y="3357082"/>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2</a:t>
            </a:r>
          </a:p>
        </p:txBody>
      </p:sp>
      <p:sp>
        <p:nvSpPr>
          <p:cNvPr id="11" name="Rectangle 10">
            <a:extLst>
              <a:ext uri="{FF2B5EF4-FFF2-40B4-BE49-F238E27FC236}">
                <a16:creationId xmlns:a16="http://schemas.microsoft.com/office/drawing/2014/main" id="{56575837-E381-111D-78C7-DCA492D8E89B}"/>
              </a:ext>
            </a:extLst>
          </p:cNvPr>
          <p:cNvSpPr/>
          <p:nvPr/>
        </p:nvSpPr>
        <p:spPr>
          <a:xfrm>
            <a:off x="5474677" y="4260968"/>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3</a:t>
            </a:r>
          </a:p>
        </p:txBody>
      </p:sp>
      <p:cxnSp>
        <p:nvCxnSpPr>
          <p:cNvPr id="13" name="Straight Arrow Connector 12">
            <a:extLst>
              <a:ext uri="{FF2B5EF4-FFF2-40B4-BE49-F238E27FC236}">
                <a16:creationId xmlns:a16="http://schemas.microsoft.com/office/drawing/2014/main" id="{3C7E0760-1216-41B9-6A9B-7CF5D280F9D0}"/>
              </a:ext>
            </a:extLst>
          </p:cNvPr>
          <p:cNvCxnSpPr>
            <a:stCxn id="7" idx="2"/>
            <a:endCxn id="9" idx="0"/>
          </p:cNvCxnSpPr>
          <p:nvPr/>
        </p:nvCxnSpPr>
        <p:spPr>
          <a:xfrm>
            <a:off x="6348046" y="2999528"/>
            <a:ext cx="0" cy="3575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2AB7577-E7C7-36E2-56B5-028022A2D24B}"/>
              </a:ext>
            </a:extLst>
          </p:cNvPr>
          <p:cNvCxnSpPr>
            <a:cxnSpLocks/>
            <a:stCxn id="9" idx="2"/>
            <a:endCxn id="11" idx="0"/>
          </p:cNvCxnSpPr>
          <p:nvPr/>
        </p:nvCxnSpPr>
        <p:spPr>
          <a:xfrm>
            <a:off x="6348046" y="3903414"/>
            <a:ext cx="0" cy="3575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81B637E-0608-21F1-E02E-D64096BCC492}"/>
              </a:ext>
            </a:extLst>
          </p:cNvPr>
          <p:cNvSpPr/>
          <p:nvPr/>
        </p:nvSpPr>
        <p:spPr>
          <a:xfrm>
            <a:off x="8126203" y="2470781"/>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1</a:t>
            </a:r>
          </a:p>
        </p:txBody>
      </p:sp>
      <p:sp>
        <p:nvSpPr>
          <p:cNvPr id="21" name="Diamond 20">
            <a:extLst>
              <a:ext uri="{FF2B5EF4-FFF2-40B4-BE49-F238E27FC236}">
                <a16:creationId xmlns:a16="http://schemas.microsoft.com/office/drawing/2014/main" id="{9CDD2E29-A2C0-A261-97A7-71674FF1ADF1}"/>
              </a:ext>
            </a:extLst>
          </p:cNvPr>
          <p:cNvSpPr/>
          <p:nvPr/>
        </p:nvSpPr>
        <p:spPr>
          <a:xfrm>
            <a:off x="7866420" y="3746451"/>
            <a:ext cx="2266303" cy="87346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condition</a:t>
            </a:r>
          </a:p>
        </p:txBody>
      </p:sp>
      <p:sp>
        <p:nvSpPr>
          <p:cNvPr id="23" name="Rectangle 22">
            <a:extLst>
              <a:ext uri="{FF2B5EF4-FFF2-40B4-BE49-F238E27FC236}">
                <a16:creationId xmlns:a16="http://schemas.microsoft.com/office/drawing/2014/main" id="{1D406843-FD9C-1430-4C61-CF4672E5084F}"/>
              </a:ext>
            </a:extLst>
          </p:cNvPr>
          <p:cNvSpPr/>
          <p:nvPr/>
        </p:nvSpPr>
        <p:spPr>
          <a:xfrm>
            <a:off x="8126203" y="5684493"/>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3</a:t>
            </a:r>
          </a:p>
        </p:txBody>
      </p:sp>
      <p:sp>
        <p:nvSpPr>
          <p:cNvPr id="25" name="Rectangle 24">
            <a:extLst>
              <a:ext uri="{FF2B5EF4-FFF2-40B4-BE49-F238E27FC236}">
                <a16:creationId xmlns:a16="http://schemas.microsoft.com/office/drawing/2014/main" id="{762EFBA1-B4D1-83BF-09B0-7035BE1C720A}"/>
              </a:ext>
            </a:extLst>
          </p:cNvPr>
          <p:cNvSpPr/>
          <p:nvPr/>
        </p:nvSpPr>
        <p:spPr>
          <a:xfrm>
            <a:off x="9307387" y="4704589"/>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2</a:t>
            </a:r>
          </a:p>
        </p:txBody>
      </p:sp>
      <p:cxnSp>
        <p:nvCxnSpPr>
          <p:cNvPr id="26" name="Straight Arrow Connector 25">
            <a:extLst>
              <a:ext uri="{FF2B5EF4-FFF2-40B4-BE49-F238E27FC236}">
                <a16:creationId xmlns:a16="http://schemas.microsoft.com/office/drawing/2014/main" id="{266A2EE1-66A3-FA39-8578-EF712A5E3934}"/>
              </a:ext>
            </a:extLst>
          </p:cNvPr>
          <p:cNvCxnSpPr>
            <a:cxnSpLocks/>
            <a:stCxn id="20" idx="2"/>
            <a:endCxn id="21" idx="0"/>
          </p:cNvCxnSpPr>
          <p:nvPr/>
        </p:nvCxnSpPr>
        <p:spPr>
          <a:xfrm>
            <a:off x="8999572" y="3017113"/>
            <a:ext cx="0" cy="7293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2C57AE3C-C401-B67D-582D-87768ACDC376}"/>
              </a:ext>
            </a:extLst>
          </p:cNvPr>
          <p:cNvCxnSpPr>
            <a:cxnSpLocks/>
            <a:stCxn id="21" idx="3"/>
            <a:endCxn id="25" idx="0"/>
          </p:cNvCxnSpPr>
          <p:nvPr/>
        </p:nvCxnSpPr>
        <p:spPr>
          <a:xfrm>
            <a:off x="10132723" y="4183186"/>
            <a:ext cx="48033" cy="52140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4907650-319B-E448-C911-1F22CBC8ADD5}"/>
              </a:ext>
            </a:extLst>
          </p:cNvPr>
          <p:cNvCxnSpPr>
            <a:cxnSpLocks/>
            <a:stCxn id="21" idx="2"/>
            <a:endCxn id="23" idx="0"/>
          </p:cNvCxnSpPr>
          <p:nvPr/>
        </p:nvCxnSpPr>
        <p:spPr>
          <a:xfrm>
            <a:off x="8999572" y="4619920"/>
            <a:ext cx="0" cy="10645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224F18D2-3D14-475D-7B7E-BE26C4289426}"/>
              </a:ext>
            </a:extLst>
          </p:cNvPr>
          <p:cNvCxnSpPr>
            <a:cxnSpLocks/>
            <a:stCxn id="25" idx="2"/>
          </p:cNvCxnSpPr>
          <p:nvPr/>
        </p:nvCxnSpPr>
        <p:spPr>
          <a:xfrm rot="5400000">
            <a:off x="9464742" y="4785751"/>
            <a:ext cx="250845" cy="118118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2BF8D5DE-412B-26CD-ECF9-F4E7836F64C6}"/>
              </a:ext>
            </a:extLst>
          </p:cNvPr>
          <p:cNvSpPr txBox="1"/>
          <p:nvPr/>
        </p:nvSpPr>
        <p:spPr>
          <a:xfrm>
            <a:off x="10201582" y="4185603"/>
            <a:ext cx="735651" cy="369332"/>
          </a:xfrm>
          <a:prstGeom prst="rect">
            <a:avLst/>
          </a:prstGeom>
          <a:noFill/>
        </p:spPr>
        <p:txBody>
          <a:bodyPr wrap="none" rtlCol="0">
            <a:spAutoFit/>
          </a:bodyPr>
          <a:lstStyle/>
          <a:p>
            <a:r>
              <a:rPr lang="en-CA" dirty="0"/>
              <a:t>TRUE</a:t>
            </a:r>
          </a:p>
        </p:txBody>
      </p:sp>
      <p:sp>
        <p:nvSpPr>
          <p:cNvPr id="48" name="TextBox 47">
            <a:extLst>
              <a:ext uri="{FF2B5EF4-FFF2-40B4-BE49-F238E27FC236}">
                <a16:creationId xmlns:a16="http://schemas.microsoft.com/office/drawing/2014/main" id="{9244E998-F3D7-DE27-3BDF-E456858FDC00}"/>
              </a:ext>
            </a:extLst>
          </p:cNvPr>
          <p:cNvSpPr txBox="1"/>
          <p:nvPr/>
        </p:nvSpPr>
        <p:spPr>
          <a:xfrm>
            <a:off x="8195062" y="4967540"/>
            <a:ext cx="771109" cy="369332"/>
          </a:xfrm>
          <a:prstGeom prst="rect">
            <a:avLst/>
          </a:prstGeom>
          <a:noFill/>
        </p:spPr>
        <p:txBody>
          <a:bodyPr wrap="none" rtlCol="0">
            <a:spAutoFit/>
          </a:bodyPr>
          <a:lstStyle/>
          <a:p>
            <a:r>
              <a:rPr lang="en-CA" dirty="0"/>
              <a:t>FALSE</a:t>
            </a:r>
          </a:p>
        </p:txBody>
      </p:sp>
    </p:spTree>
    <p:extLst>
      <p:ext uri="{BB962C8B-B14F-4D97-AF65-F5344CB8AC3E}">
        <p14:creationId xmlns:p14="http://schemas.microsoft.com/office/powerpoint/2010/main" val="1607270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alculator, pen, compass, money and a paper with graphs printed on it">
            <a:extLst>
              <a:ext uri="{FF2B5EF4-FFF2-40B4-BE49-F238E27FC236}">
                <a16:creationId xmlns:a16="http://schemas.microsoft.com/office/drawing/2014/main" id="{6A66C636-FF44-9E85-4EFC-242934E9B2D3}"/>
              </a:ext>
            </a:extLst>
          </p:cNvPr>
          <p:cNvPicPr>
            <a:picLocks noChangeAspect="1"/>
          </p:cNvPicPr>
          <p:nvPr/>
        </p:nvPicPr>
        <p:blipFill>
          <a:blip r:embed="rId2"/>
          <a:srcRect l="25333" r="21110" b="-1"/>
          <a:stretch>
            <a:fillRect/>
          </a:stretch>
        </p:blipFill>
        <p:spPr>
          <a:xfrm>
            <a:off x="642" y="10"/>
            <a:ext cx="6096000" cy="6857990"/>
          </a:xfrm>
          <a:prstGeom prst="rect">
            <a:avLst/>
          </a:prstGeom>
        </p:spPr>
      </p:pic>
      <p:sp>
        <p:nvSpPr>
          <p:cNvPr id="2" name="Title 1">
            <a:extLst>
              <a:ext uri="{FF2B5EF4-FFF2-40B4-BE49-F238E27FC236}">
                <a16:creationId xmlns:a16="http://schemas.microsoft.com/office/drawing/2014/main" id="{DBA98C3C-26DC-3A9F-AF38-576222F1BBBB}"/>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US" sz="2400" dirty="0">
                <a:solidFill>
                  <a:schemeClr val="bg1"/>
                </a:solidFill>
              </a:rPr>
              <a:t>Find a Partner: </a:t>
            </a:r>
            <a:br>
              <a:rPr lang="en-US" sz="2400" dirty="0">
                <a:solidFill>
                  <a:schemeClr val="bg1"/>
                </a:solidFill>
              </a:rPr>
            </a:br>
            <a:r>
              <a:rPr lang="en-US" sz="2400" dirty="0">
                <a:solidFill>
                  <a:schemeClr val="bg1"/>
                </a:solidFill>
              </a:rPr>
              <a:t>The Bank Machine</a:t>
            </a:r>
          </a:p>
        </p:txBody>
      </p:sp>
      <p:sp>
        <p:nvSpPr>
          <p:cNvPr id="3" name="Content Placeholder 2">
            <a:extLst>
              <a:ext uri="{FF2B5EF4-FFF2-40B4-BE49-F238E27FC236}">
                <a16:creationId xmlns:a16="http://schemas.microsoft.com/office/drawing/2014/main" id="{C10D9356-685E-B162-1C4F-D909DA4103B5}"/>
              </a:ext>
            </a:extLst>
          </p:cNvPr>
          <p:cNvSpPr>
            <a:spLocks noGrp="1"/>
          </p:cNvSpPr>
          <p:nvPr>
            <p:ph idx="1"/>
          </p:nvPr>
        </p:nvSpPr>
        <p:spPr>
          <a:xfrm>
            <a:off x="6529755" y="976129"/>
            <a:ext cx="5019118" cy="5225379"/>
          </a:xfrm>
        </p:spPr>
        <p:txBody>
          <a:bodyPr anchor="ctr">
            <a:normAutofit/>
          </a:bodyPr>
          <a:lstStyle/>
          <a:p>
            <a:r>
              <a:rPr lang="en-US" sz="2400" dirty="0"/>
              <a:t>You're going to a bank machine to withdraw some money</a:t>
            </a:r>
          </a:p>
          <a:p>
            <a:r>
              <a:rPr lang="en-US" sz="2400" dirty="0"/>
              <a:t>With your partner, answer: </a:t>
            </a:r>
          </a:p>
          <a:p>
            <a:pPr lvl="1"/>
            <a:r>
              <a:rPr lang="en-US" sz="2200" dirty="0"/>
              <a:t>What are you trying to achieve?</a:t>
            </a:r>
          </a:p>
          <a:p>
            <a:pPr lvl="1"/>
            <a:r>
              <a:rPr lang="en-US" sz="2200" dirty="0"/>
              <a:t>What steps do you take, in order?</a:t>
            </a:r>
          </a:p>
          <a:p>
            <a:pPr lvl="1"/>
            <a:r>
              <a:rPr lang="en-US" sz="2200" dirty="0"/>
              <a:t>What might stop you from getting your money?</a:t>
            </a:r>
          </a:p>
          <a:p>
            <a:r>
              <a:rPr lang="en-US" sz="2400" dirty="0"/>
              <a:t>Pick one thing that could stop you from getting your money and phrase it as: </a:t>
            </a:r>
          </a:p>
          <a:p>
            <a:pPr lvl="1"/>
            <a:r>
              <a:rPr lang="en-US" sz="2200" dirty="0"/>
              <a:t>"If X is true, then Y”</a:t>
            </a:r>
          </a:p>
        </p:txBody>
      </p:sp>
    </p:spTree>
    <p:extLst>
      <p:ext uri="{BB962C8B-B14F-4D97-AF65-F5344CB8AC3E}">
        <p14:creationId xmlns:p14="http://schemas.microsoft.com/office/powerpoint/2010/main" val="2603692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30409-7240-120B-A6C7-971F9D307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C93B7-9174-9646-56A4-A0917677FA42}"/>
              </a:ext>
            </a:extLst>
          </p:cNvPr>
          <p:cNvSpPr>
            <a:spLocks noGrp="1"/>
          </p:cNvSpPr>
          <p:nvPr>
            <p:ph type="title"/>
          </p:nvPr>
        </p:nvSpPr>
        <p:spPr>
          <a:solidFill>
            <a:schemeClr val="tx1">
              <a:alpha val="60000"/>
            </a:schemeClr>
          </a:solidFill>
          <a:ln>
            <a:solidFill>
              <a:schemeClr val="bg1"/>
            </a:solidFill>
          </a:ln>
        </p:spPr>
        <p:txBody>
          <a:bodyPr>
            <a:normAutofit/>
          </a:bodyPr>
          <a:lstStyle/>
          <a:p>
            <a:r>
              <a:rPr lang="en-US" sz="2400" dirty="0">
                <a:solidFill>
                  <a:schemeClr val="bg1"/>
                </a:solidFill>
              </a:rPr>
              <a:t>(Refined) Questions TO ASK</a:t>
            </a:r>
          </a:p>
        </p:txBody>
      </p:sp>
      <p:sp>
        <p:nvSpPr>
          <p:cNvPr id="3" name="Content Placeholder 2">
            <a:extLst>
              <a:ext uri="{FF2B5EF4-FFF2-40B4-BE49-F238E27FC236}">
                <a16:creationId xmlns:a16="http://schemas.microsoft.com/office/drawing/2014/main" id="{A9F76A80-044D-1B22-6F86-989C76D94BE8}"/>
              </a:ext>
            </a:extLst>
          </p:cNvPr>
          <p:cNvSpPr>
            <a:spLocks noGrp="1"/>
          </p:cNvSpPr>
          <p:nvPr>
            <p:ph idx="1"/>
          </p:nvPr>
        </p:nvSpPr>
        <p:spPr>
          <a:xfrm>
            <a:off x="2231136" y="2309798"/>
            <a:ext cx="7729728" cy="3915156"/>
          </a:xfrm>
        </p:spPr>
        <p:txBody>
          <a:bodyPr anchor="ctr">
            <a:normAutofit fontScale="92500" lnSpcReduction="10000"/>
          </a:bodyPr>
          <a:lstStyle/>
          <a:p>
            <a:pPr marL="457200" indent="-457200">
              <a:buFont typeface="+mj-lt"/>
              <a:buAutoNum type="arabicPeriod"/>
            </a:pPr>
            <a:r>
              <a:rPr lang="en-CA" sz="2400" dirty="0"/>
              <a:t>What are we trying to achieve?</a:t>
            </a:r>
          </a:p>
          <a:p>
            <a:pPr marL="457200" indent="-457200">
              <a:buFont typeface="+mj-lt"/>
              <a:buAutoNum type="arabicPeriod"/>
            </a:pPr>
            <a:r>
              <a:rPr lang="en-CA" sz="2400" dirty="0"/>
              <a:t>What do we know?</a:t>
            </a:r>
          </a:p>
          <a:p>
            <a:pPr marL="457200" indent="-457200">
              <a:buFont typeface="+mj-lt"/>
              <a:buAutoNum type="arabicPeriod"/>
            </a:pPr>
            <a:r>
              <a:rPr lang="en-CA" sz="2400" dirty="0"/>
              <a:t>What information is missing?</a:t>
            </a:r>
          </a:p>
          <a:p>
            <a:pPr marL="457200" indent="-457200">
              <a:buFont typeface="+mj-lt"/>
              <a:buAutoNum type="arabicPeriod"/>
            </a:pPr>
            <a:r>
              <a:rPr lang="en-CA" sz="2400" dirty="0"/>
              <a:t>What kind of information is each piece?</a:t>
            </a:r>
          </a:p>
          <a:p>
            <a:pPr marL="457200" indent="-457200">
              <a:buFont typeface="+mj-lt"/>
              <a:buAutoNum type="arabicPeriod"/>
            </a:pPr>
            <a:r>
              <a:rPr lang="en-CA" sz="2400" dirty="0"/>
              <a:t>Can we break it down into smaller parts?</a:t>
            </a:r>
          </a:p>
          <a:p>
            <a:pPr marL="457200" indent="-457200">
              <a:buFont typeface="+mj-lt"/>
              <a:buAutoNum type="arabicPeriod"/>
            </a:pPr>
            <a:r>
              <a:rPr lang="en-CA" sz="2400" dirty="0"/>
              <a:t>What decisions need to be made?</a:t>
            </a:r>
          </a:p>
          <a:p>
            <a:pPr marL="457200" indent="-457200">
              <a:buFont typeface="+mj-lt"/>
              <a:buAutoNum type="arabicPeriod"/>
            </a:pPr>
            <a:r>
              <a:rPr lang="en-CA" sz="2400" dirty="0"/>
              <a:t>What are the patterns? Have we solved it before?</a:t>
            </a:r>
          </a:p>
          <a:p>
            <a:pPr marL="457200" indent="-457200">
              <a:buFont typeface="+mj-lt"/>
              <a:buAutoNum type="arabicPeriod"/>
            </a:pPr>
            <a:r>
              <a:rPr lang="en-CA" sz="2400" dirty="0"/>
              <a:t>Can we represent it differently?</a:t>
            </a:r>
          </a:p>
          <a:p>
            <a:pPr marL="457200" indent="-457200">
              <a:buFont typeface="+mj-lt"/>
              <a:buAutoNum type="arabicPeriod"/>
            </a:pPr>
            <a:r>
              <a:rPr lang="en-CA" sz="2400" dirty="0"/>
              <a:t>How will we know it works?</a:t>
            </a:r>
          </a:p>
        </p:txBody>
      </p:sp>
    </p:spTree>
    <p:extLst>
      <p:ext uri="{BB962C8B-B14F-4D97-AF65-F5344CB8AC3E}">
        <p14:creationId xmlns:p14="http://schemas.microsoft.com/office/powerpoint/2010/main" val="238948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7A89-C1EC-C7F8-E039-FFCE0B765EE1}"/>
              </a:ext>
            </a:extLst>
          </p:cNvPr>
          <p:cNvSpPr>
            <a:spLocks noGrp="1"/>
          </p:cNvSpPr>
          <p:nvPr>
            <p:ph type="title"/>
          </p:nvPr>
        </p:nvSpPr>
        <p:spPr/>
        <p:txBody>
          <a:bodyPr/>
          <a:lstStyle/>
          <a:p>
            <a:r>
              <a:rPr lang="en-CA" dirty="0"/>
              <a:t>Withdrawing Money Analysis</a:t>
            </a:r>
          </a:p>
        </p:txBody>
      </p:sp>
      <p:sp>
        <p:nvSpPr>
          <p:cNvPr id="3" name="Content Placeholder 2">
            <a:extLst>
              <a:ext uri="{FF2B5EF4-FFF2-40B4-BE49-F238E27FC236}">
                <a16:creationId xmlns:a16="http://schemas.microsoft.com/office/drawing/2014/main" id="{2B688836-97B3-4D79-960B-BBCD12140F69}"/>
              </a:ext>
            </a:extLst>
          </p:cNvPr>
          <p:cNvSpPr>
            <a:spLocks noGrp="1"/>
          </p:cNvSpPr>
          <p:nvPr>
            <p:ph idx="1"/>
          </p:nvPr>
        </p:nvSpPr>
        <p:spPr/>
        <p:txBody>
          <a:bodyPr/>
          <a:lstStyle/>
          <a:p>
            <a:pPr lvl="0"/>
            <a:r>
              <a:rPr lang="en-CA" dirty="0"/>
              <a:t>Start with the goal: </a:t>
            </a:r>
            <a:r>
              <a:rPr lang="en-CA" i="1" dirty="0"/>
              <a:t>What are we trying to achieve?</a:t>
            </a:r>
            <a:endParaRPr lang="en-CA" dirty="0"/>
          </a:p>
          <a:p>
            <a:pPr lvl="1"/>
            <a:r>
              <a:rPr lang="en-CA" b="1" dirty="0"/>
              <a:t>Decomposition</a:t>
            </a:r>
            <a:r>
              <a:rPr lang="en-CA" dirty="0"/>
              <a:t>: </a:t>
            </a:r>
            <a:r>
              <a:rPr lang="en-CA" i="1" dirty="0"/>
              <a:t>Can we break it down into smaller parts?</a:t>
            </a:r>
            <a:endParaRPr lang="en-CA" dirty="0"/>
          </a:p>
          <a:p>
            <a:pPr lvl="1"/>
            <a:r>
              <a:rPr lang="en-CA" b="1" dirty="0"/>
              <a:t>Pattern recognition</a:t>
            </a:r>
            <a:r>
              <a:rPr lang="en-CA" dirty="0"/>
              <a:t>: </a:t>
            </a:r>
            <a:r>
              <a:rPr lang="en-CA" i="1" dirty="0"/>
              <a:t>What are the patterns? Have we solved it before?</a:t>
            </a:r>
            <a:endParaRPr lang="en-CA" dirty="0"/>
          </a:p>
          <a:p>
            <a:pPr lvl="1"/>
            <a:r>
              <a:rPr lang="en-CA" b="1" dirty="0"/>
              <a:t>Abstraction</a:t>
            </a:r>
            <a:r>
              <a:rPr lang="en-CA" dirty="0"/>
              <a:t>: </a:t>
            </a:r>
            <a:r>
              <a:rPr lang="en-CA" i="1" dirty="0"/>
              <a:t>What do we know? What's missing? What kind of information is each piece?</a:t>
            </a:r>
            <a:endParaRPr lang="en-CA" dirty="0"/>
          </a:p>
          <a:p>
            <a:pPr lvl="1"/>
            <a:r>
              <a:rPr lang="en-CA" b="1" dirty="0"/>
              <a:t>Algorithm design</a:t>
            </a:r>
            <a:r>
              <a:rPr lang="en-CA" dirty="0"/>
              <a:t>: </a:t>
            </a:r>
            <a:r>
              <a:rPr lang="en-CA" i="1" dirty="0"/>
              <a:t>What decisions need to be made? Can we represent it differently?</a:t>
            </a:r>
            <a:endParaRPr lang="en-CA" dirty="0"/>
          </a:p>
          <a:p>
            <a:r>
              <a:rPr lang="en-CA" dirty="0"/>
              <a:t>Finish by checking (</a:t>
            </a:r>
            <a:r>
              <a:rPr lang="en-CA" b="1" dirty="0"/>
              <a:t>Testing</a:t>
            </a:r>
            <a:r>
              <a:rPr lang="en-CA" dirty="0"/>
              <a:t>): </a:t>
            </a:r>
            <a:r>
              <a:rPr lang="en-CA" i="1" dirty="0"/>
              <a:t>How will we know it works?</a:t>
            </a:r>
            <a:endParaRPr lang="en-CA" dirty="0"/>
          </a:p>
        </p:txBody>
      </p:sp>
    </p:spTree>
    <p:extLst>
      <p:ext uri="{BB962C8B-B14F-4D97-AF65-F5344CB8AC3E}">
        <p14:creationId xmlns:p14="http://schemas.microsoft.com/office/powerpoint/2010/main" val="3062569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E9FEF9-3D24-FE21-B5D9-A6A3AD6AC5B1}"/>
              </a:ext>
            </a:extLst>
          </p:cNvPr>
          <p:cNvPicPr>
            <a:picLocks noChangeAspect="1"/>
          </p:cNvPicPr>
          <p:nvPr/>
        </p:nvPicPr>
        <p:blipFill>
          <a:blip r:embed="rId3">
            <a:alphaModFix amt="40000"/>
          </a:blip>
          <a:srcRect t="20746" b="425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68B2A17-6AD1-2D70-E867-8E40611FD37B}"/>
              </a:ext>
            </a:extLst>
          </p:cNvPr>
          <p:cNvSpPr>
            <a:spLocks noGrp="1"/>
          </p:cNvSpPr>
          <p:nvPr>
            <p:ph type="title"/>
          </p:nvPr>
        </p:nvSpPr>
        <p:spPr>
          <a:xfrm>
            <a:off x="2231136" y="964692"/>
            <a:ext cx="7729728" cy="1188720"/>
          </a:xfrm>
          <a:noFill/>
          <a:ln>
            <a:solidFill>
              <a:srgbClr val="FFFFFF"/>
            </a:solidFill>
          </a:ln>
        </p:spPr>
        <p:txBody>
          <a:bodyPr>
            <a:normAutofit/>
          </a:bodyPr>
          <a:lstStyle/>
          <a:p>
            <a:pPr>
              <a:buClr>
                <a:schemeClr val="accent2"/>
              </a:buClr>
            </a:pPr>
            <a:r>
              <a:rPr lang="en-CA">
                <a:solidFill>
                  <a:schemeClr val="tx1"/>
                </a:solidFill>
              </a:rPr>
              <a:t>The Goal</a:t>
            </a:r>
            <a:br>
              <a:rPr lang="en-CA">
                <a:solidFill>
                  <a:schemeClr val="tx1"/>
                </a:solidFill>
              </a:rPr>
            </a:br>
            <a:r>
              <a:rPr lang="en-CA" i="1">
                <a:solidFill>
                  <a:schemeClr val="tx1"/>
                </a:solidFill>
              </a:rPr>
              <a:t>Ask: What are we trying to achieve?</a:t>
            </a:r>
            <a:endParaRPr lang="en-CA">
              <a:solidFill>
                <a:schemeClr val="tx1"/>
              </a:solidFill>
            </a:endParaRPr>
          </a:p>
        </p:txBody>
      </p:sp>
      <p:sp>
        <p:nvSpPr>
          <p:cNvPr id="3" name="Content Placeholder 2">
            <a:extLst>
              <a:ext uri="{FF2B5EF4-FFF2-40B4-BE49-F238E27FC236}">
                <a16:creationId xmlns:a16="http://schemas.microsoft.com/office/drawing/2014/main" id="{89FA7470-6B11-7FA7-7B7A-3A49E0F40D48}"/>
              </a:ext>
            </a:extLst>
          </p:cNvPr>
          <p:cNvSpPr>
            <a:spLocks noGrp="1"/>
          </p:cNvSpPr>
          <p:nvPr>
            <p:ph idx="1"/>
          </p:nvPr>
        </p:nvSpPr>
        <p:spPr>
          <a:xfrm>
            <a:off x="2231136" y="2638044"/>
            <a:ext cx="7729728" cy="3101983"/>
          </a:xfrm>
        </p:spPr>
        <p:txBody>
          <a:bodyPr>
            <a:normAutofit/>
          </a:bodyPr>
          <a:lstStyle/>
          <a:p>
            <a:pPr lvl="0"/>
            <a:r>
              <a:rPr lang="en-CA" dirty="0"/>
              <a:t>Get the cash you asked for</a:t>
            </a:r>
          </a:p>
          <a:p>
            <a:pPr lvl="0"/>
            <a:r>
              <a:rPr lang="en-CA" dirty="0"/>
              <a:t>But only if: </a:t>
            </a:r>
          </a:p>
          <a:p>
            <a:pPr lvl="1"/>
            <a:r>
              <a:rPr lang="en-CA" dirty="0"/>
              <a:t>It's really you</a:t>
            </a:r>
          </a:p>
          <a:p>
            <a:pPr lvl="1"/>
            <a:r>
              <a:rPr lang="en-CA" dirty="0"/>
              <a:t>The money is really there</a:t>
            </a:r>
          </a:p>
          <a:p>
            <a:pPr lvl="0"/>
            <a:r>
              <a:rPr lang="en-CA" dirty="0"/>
              <a:t>The machine has two goals: </a:t>
            </a:r>
          </a:p>
          <a:p>
            <a:pPr lvl="1"/>
            <a:r>
              <a:rPr lang="en-CA" dirty="0"/>
              <a:t>help you, and </a:t>
            </a:r>
          </a:p>
          <a:p>
            <a:pPr lvl="1"/>
            <a:r>
              <a:rPr lang="en-CA" dirty="0"/>
              <a:t>protect your account</a:t>
            </a:r>
          </a:p>
          <a:p>
            <a:endParaRPr lang="en-CA" dirty="0"/>
          </a:p>
        </p:txBody>
      </p:sp>
    </p:spTree>
    <p:extLst>
      <p:ext uri="{BB962C8B-B14F-4D97-AF65-F5344CB8AC3E}">
        <p14:creationId xmlns:p14="http://schemas.microsoft.com/office/powerpoint/2010/main" val="338218274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1783-28D9-0ED5-0A75-7A222A708CF7}"/>
              </a:ext>
            </a:extLst>
          </p:cNvPr>
          <p:cNvSpPr>
            <a:spLocks noGrp="1"/>
          </p:cNvSpPr>
          <p:nvPr>
            <p:ph type="title"/>
          </p:nvPr>
        </p:nvSpPr>
        <p:spPr>
          <a:xfrm>
            <a:off x="5445496" y="978776"/>
            <a:ext cx="5925310" cy="1174991"/>
          </a:xfrm>
        </p:spPr>
        <p:txBody>
          <a:bodyPr>
            <a:normAutofit/>
          </a:bodyPr>
          <a:lstStyle/>
          <a:p>
            <a:pPr>
              <a:buClr>
                <a:schemeClr val="accent2"/>
              </a:buClr>
            </a:pPr>
            <a:r>
              <a:rPr lang="en-CA" sz="1900"/>
              <a:t>Decomposition</a:t>
            </a:r>
            <a:br>
              <a:rPr lang="en-CA" sz="1900"/>
            </a:br>
            <a:r>
              <a:rPr lang="en-CA" sz="1900" i="1"/>
              <a:t>Ask: Can we break it down into smaller parts?</a:t>
            </a:r>
            <a:endParaRPr lang="en-CA" sz="1900"/>
          </a:p>
        </p:txBody>
      </p:sp>
      <p:pic>
        <p:nvPicPr>
          <p:cNvPr id="6" name="Picture 5">
            <a:extLst>
              <a:ext uri="{FF2B5EF4-FFF2-40B4-BE49-F238E27FC236}">
                <a16:creationId xmlns:a16="http://schemas.microsoft.com/office/drawing/2014/main" id="{6CDBF116-B115-BD11-4FA4-107E376654D6}"/>
              </a:ext>
            </a:extLst>
          </p:cNvPr>
          <p:cNvPicPr>
            <a:picLocks noChangeAspect="1"/>
          </p:cNvPicPr>
          <p:nvPr/>
        </p:nvPicPr>
        <p:blipFill>
          <a:blip r:embed="rId3"/>
          <a:srcRect l="32028" r="29772"/>
          <a:stretch>
            <a:fillRect/>
          </a:stretch>
        </p:blipFill>
        <p:spPr>
          <a:xfrm>
            <a:off x="20" y="10"/>
            <a:ext cx="4657325" cy="6857990"/>
          </a:xfrm>
          <a:prstGeom prst="rect">
            <a:avLst/>
          </a:prstGeom>
        </p:spPr>
      </p:pic>
      <p:sp>
        <p:nvSpPr>
          <p:cNvPr id="3" name="Content Placeholder 2">
            <a:extLst>
              <a:ext uri="{FF2B5EF4-FFF2-40B4-BE49-F238E27FC236}">
                <a16:creationId xmlns:a16="http://schemas.microsoft.com/office/drawing/2014/main" id="{206DA02B-FC27-0F17-7CB0-0293EABDF041}"/>
              </a:ext>
            </a:extLst>
          </p:cNvPr>
          <p:cNvSpPr>
            <a:spLocks noGrp="1"/>
          </p:cNvSpPr>
          <p:nvPr>
            <p:ph idx="1"/>
          </p:nvPr>
        </p:nvSpPr>
        <p:spPr>
          <a:xfrm>
            <a:off x="5445496" y="2640692"/>
            <a:ext cx="5925310" cy="3255252"/>
          </a:xfrm>
        </p:spPr>
        <p:txBody>
          <a:bodyPr>
            <a:normAutofit/>
          </a:bodyPr>
          <a:lstStyle/>
          <a:p>
            <a:pPr lvl="1">
              <a:lnSpc>
                <a:spcPct val="90000"/>
              </a:lnSpc>
            </a:pPr>
            <a:r>
              <a:rPr lang="en-CA"/>
              <a:t>Insert card</a:t>
            </a:r>
          </a:p>
          <a:p>
            <a:pPr lvl="1">
              <a:lnSpc>
                <a:spcPct val="90000"/>
              </a:lnSpc>
            </a:pPr>
            <a:r>
              <a:rPr lang="en-CA"/>
              <a:t>Enter PIN</a:t>
            </a:r>
          </a:p>
          <a:p>
            <a:pPr lvl="1">
              <a:lnSpc>
                <a:spcPct val="90000"/>
              </a:lnSpc>
            </a:pPr>
            <a:r>
              <a:rPr lang="en-CA"/>
              <a:t>Choose account (chequing / savings)</a:t>
            </a:r>
          </a:p>
          <a:p>
            <a:pPr lvl="1">
              <a:lnSpc>
                <a:spcPct val="90000"/>
              </a:lnSpc>
            </a:pPr>
            <a:r>
              <a:rPr lang="en-CA"/>
              <a:t>Enter amount</a:t>
            </a:r>
          </a:p>
          <a:p>
            <a:pPr lvl="1">
              <a:lnSpc>
                <a:spcPct val="90000"/>
              </a:lnSpc>
            </a:pPr>
            <a:r>
              <a:rPr lang="en-CA"/>
              <a:t>Machine checks the request</a:t>
            </a:r>
          </a:p>
          <a:p>
            <a:pPr lvl="1">
              <a:lnSpc>
                <a:spcPct val="90000"/>
              </a:lnSpc>
            </a:pPr>
            <a:r>
              <a:rPr lang="en-CA"/>
              <a:t>Dispense cash</a:t>
            </a:r>
          </a:p>
          <a:p>
            <a:pPr lvl="1">
              <a:lnSpc>
                <a:spcPct val="90000"/>
              </a:lnSpc>
            </a:pPr>
            <a:r>
              <a:rPr lang="en-CA"/>
              <a:t>Print receipt, return card</a:t>
            </a:r>
          </a:p>
          <a:p>
            <a:pPr lvl="1">
              <a:lnSpc>
                <a:spcPct val="90000"/>
              </a:lnSpc>
            </a:pPr>
            <a:endParaRPr lang="en-CA"/>
          </a:p>
          <a:p>
            <a:pPr lvl="1">
              <a:lnSpc>
                <a:spcPct val="90000"/>
              </a:lnSpc>
            </a:pPr>
            <a:r>
              <a:rPr lang="en-CA" b="1"/>
              <a:t>Did your list match? What did you add or leave out?</a:t>
            </a:r>
          </a:p>
        </p:txBody>
      </p:sp>
      <p:sp>
        <p:nvSpPr>
          <p:cNvPr id="4" name="Content Placeholder 2">
            <a:extLst>
              <a:ext uri="{FF2B5EF4-FFF2-40B4-BE49-F238E27FC236}">
                <a16:creationId xmlns:a16="http://schemas.microsoft.com/office/drawing/2014/main" id="{B81538C0-9CDC-2852-CB45-73E59B1649F9}"/>
              </a:ext>
            </a:extLst>
          </p:cNvPr>
          <p:cNvSpPr txBox="1">
            <a:spLocks/>
          </p:cNvSpPr>
          <p:nvPr/>
        </p:nvSpPr>
        <p:spPr>
          <a:xfrm>
            <a:off x="6566659" y="2021158"/>
            <a:ext cx="4804931" cy="4919815"/>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endParaRPr lang="en-US" sz="2400" dirty="0"/>
          </a:p>
        </p:txBody>
      </p:sp>
    </p:spTree>
    <p:extLst>
      <p:ext uri="{BB962C8B-B14F-4D97-AF65-F5344CB8AC3E}">
        <p14:creationId xmlns:p14="http://schemas.microsoft.com/office/powerpoint/2010/main" val="3047553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63490-EC96-43AA-8747-8F4C9ACA7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35EE7-2854-8B0A-C923-BE6CB7015DE4}"/>
              </a:ext>
            </a:extLst>
          </p:cNvPr>
          <p:cNvSpPr>
            <a:spLocks noGrp="1"/>
          </p:cNvSpPr>
          <p:nvPr>
            <p:ph type="title"/>
          </p:nvPr>
        </p:nvSpPr>
        <p:spPr/>
        <p:txBody>
          <a:bodyPr>
            <a:normAutofit fontScale="90000"/>
          </a:bodyPr>
          <a:lstStyle/>
          <a:p>
            <a:r>
              <a:rPr lang="en-CA" dirty="0"/>
              <a:t>Pattern Recognition</a:t>
            </a:r>
            <a:br>
              <a:rPr lang="en-CA" dirty="0"/>
            </a:br>
            <a:r>
              <a:rPr lang="en-CA" sz="2000" i="1" dirty="0"/>
              <a:t>Ask: What are the patterns? Have we solved it before?</a:t>
            </a:r>
            <a:endParaRPr lang="en-CA" dirty="0"/>
          </a:p>
        </p:txBody>
      </p:sp>
      <p:sp>
        <p:nvSpPr>
          <p:cNvPr id="3" name="Content Placeholder 2">
            <a:extLst>
              <a:ext uri="{FF2B5EF4-FFF2-40B4-BE49-F238E27FC236}">
                <a16:creationId xmlns:a16="http://schemas.microsoft.com/office/drawing/2014/main" id="{C5C214F5-DA5D-C577-6016-EBAE3E6C2188}"/>
              </a:ext>
            </a:extLst>
          </p:cNvPr>
          <p:cNvSpPr>
            <a:spLocks noGrp="1"/>
          </p:cNvSpPr>
          <p:nvPr>
            <p:ph idx="1"/>
          </p:nvPr>
        </p:nvSpPr>
        <p:spPr/>
        <p:txBody>
          <a:bodyPr>
            <a:noAutofit/>
          </a:bodyPr>
          <a:lstStyle/>
          <a:p>
            <a:pPr lvl="0"/>
            <a:r>
              <a:rPr lang="en-CA" dirty="0"/>
              <a:t>Where does the machine </a:t>
            </a:r>
            <a:r>
              <a:rPr lang="en-CA" i="1" dirty="0"/>
              <a:t>check</a:t>
            </a:r>
            <a:r>
              <a:rPr lang="en-CA" dirty="0"/>
              <a:t> something? </a:t>
            </a:r>
          </a:p>
          <a:p>
            <a:pPr lvl="1"/>
            <a:r>
              <a:rPr lang="en-CA" dirty="0"/>
              <a:t>Is the PIN correct?</a:t>
            </a:r>
          </a:p>
          <a:p>
            <a:pPr lvl="1"/>
            <a:r>
              <a:rPr lang="en-CA" dirty="0"/>
              <a:t>Is there enough money in the account?</a:t>
            </a:r>
          </a:p>
          <a:p>
            <a:pPr lvl="1"/>
            <a:r>
              <a:rPr lang="en-CA" dirty="0"/>
              <a:t>Is the amount under the daily limit?</a:t>
            </a:r>
          </a:p>
          <a:p>
            <a:pPr lvl="1"/>
            <a:r>
              <a:rPr lang="en-CA" dirty="0"/>
              <a:t>Does the machine have enough cash?</a:t>
            </a:r>
          </a:p>
          <a:p>
            <a:pPr lvl="1"/>
            <a:r>
              <a:rPr lang="en-CA" dirty="0"/>
              <a:t>Is the amount a multiple of $20?</a:t>
            </a:r>
          </a:p>
          <a:p>
            <a:pPr lvl="0"/>
            <a:r>
              <a:rPr lang="en-CA" dirty="0"/>
              <a:t>The pattern: </a:t>
            </a:r>
            <a:r>
              <a:rPr lang="en-CA" b="1" dirty="0"/>
              <a:t>check a condition then choose what happens next</a:t>
            </a:r>
            <a:endParaRPr lang="en-CA" dirty="0"/>
          </a:p>
          <a:p>
            <a:pPr lvl="0"/>
            <a:endParaRPr lang="en-CA" dirty="0"/>
          </a:p>
          <a:p>
            <a:pPr lvl="0"/>
            <a:r>
              <a:rPr lang="en-CA" b="1" dirty="0"/>
              <a:t>Where else have you seen this pattern in your life?  Where have you see it this morning? </a:t>
            </a:r>
          </a:p>
        </p:txBody>
      </p:sp>
      <p:sp>
        <p:nvSpPr>
          <p:cNvPr id="4" name="Content Placeholder 2">
            <a:extLst>
              <a:ext uri="{FF2B5EF4-FFF2-40B4-BE49-F238E27FC236}">
                <a16:creationId xmlns:a16="http://schemas.microsoft.com/office/drawing/2014/main" id="{11BA8086-F556-E2E7-4293-667E6F7F51D3}"/>
              </a:ext>
            </a:extLst>
          </p:cNvPr>
          <p:cNvSpPr txBox="1">
            <a:spLocks/>
          </p:cNvSpPr>
          <p:nvPr/>
        </p:nvSpPr>
        <p:spPr>
          <a:xfrm>
            <a:off x="6566659" y="2021158"/>
            <a:ext cx="4804931" cy="4919815"/>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endParaRPr lang="en-US" sz="2400" dirty="0"/>
          </a:p>
        </p:txBody>
      </p:sp>
    </p:spTree>
    <p:extLst>
      <p:ext uri="{BB962C8B-B14F-4D97-AF65-F5344CB8AC3E}">
        <p14:creationId xmlns:p14="http://schemas.microsoft.com/office/powerpoint/2010/main" val="623592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F80ED-1D6F-EBA5-F0F9-2A30BBB800EB}"/>
              </a:ext>
            </a:extLst>
          </p:cNvPr>
          <p:cNvSpPr>
            <a:spLocks noGrp="1"/>
          </p:cNvSpPr>
          <p:nvPr>
            <p:ph type="title"/>
          </p:nvPr>
        </p:nvSpPr>
        <p:spPr/>
        <p:txBody>
          <a:bodyPr>
            <a:normAutofit fontScale="90000"/>
          </a:bodyPr>
          <a:lstStyle/>
          <a:p>
            <a:pPr>
              <a:buClr>
                <a:schemeClr val="accent2"/>
              </a:buClr>
            </a:pPr>
            <a:r>
              <a:rPr lang="en-CA" dirty="0"/>
              <a:t>Abstraction</a:t>
            </a:r>
            <a:br>
              <a:rPr lang="en-CA" dirty="0"/>
            </a:br>
            <a:r>
              <a:rPr lang="en-CA" sz="2000" i="1" dirty="0"/>
              <a:t>Ask: What do we know? What information is missing</a:t>
            </a:r>
            <a:r>
              <a:rPr lang="en-CA" i="1" dirty="0"/>
              <a:t>?</a:t>
            </a:r>
            <a:endParaRPr lang="en-CA" dirty="0"/>
          </a:p>
        </p:txBody>
      </p:sp>
      <p:sp>
        <p:nvSpPr>
          <p:cNvPr id="3" name="Content Placeholder 2">
            <a:extLst>
              <a:ext uri="{FF2B5EF4-FFF2-40B4-BE49-F238E27FC236}">
                <a16:creationId xmlns:a16="http://schemas.microsoft.com/office/drawing/2014/main" id="{C4450917-EAA6-E039-3920-56988E3E1F0E}"/>
              </a:ext>
            </a:extLst>
          </p:cNvPr>
          <p:cNvSpPr>
            <a:spLocks noGrp="1"/>
          </p:cNvSpPr>
          <p:nvPr>
            <p:ph idx="1"/>
          </p:nvPr>
        </p:nvSpPr>
        <p:spPr/>
        <p:txBody>
          <a:bodyPr>
            <a:normAutofit/>
          </a:bodyPr>
          <a:lstStyle/>
          <a:p>
            <a:pPr lvl="0"/>
            <a:r>
              <a:rPr lang="en-CA" dirty="0"/>
              <a:t>What the bank already knows: card number, PIN, account balance, daily limit, cash in machine</a:t>
            </a:r>
          </a:p>
          <a:p>
            <a:pPr lvl="0"/>
            <a:r>
              <a:rPr lang="en-CA"/>
              <a:t>What's missing? - </a:t>
            </a:r>
            <a:r>
              <a:rPr lang="en-CA" dirty="0"/>
              <a:t>your PIN entry, which account, the amount</a:t>
            </a:r>
          </a:p>
          <a:p>
            <a:pPr lvl="0"/>
            <a:r>
              <a:rPr lang="en-CA" dirty="0"/>
              <a:t>What it keeps track of as you go: number of PIN attempts</a:t>
            </a:r>
          </a:p>
          <a:p>
            <a:pPr lvl="0"/>
            <a:endParaRPr lang="en-CA"/>
          </a:p>
          <a:p>
            <a:pPr lvl="0"/>
            <a:r>
              <a:rPr lang="en-CA"/>
              <a:t>Abstraction is as much about hiding information you don’t need as it is defining what you do need</a:t>
            </a:r>
          </a:p>
          <a:p>
            <a:pPr lvl="1"/>
            <a:r>
              <a:rPr lang="en-CA"/>
              <a:t>What </a:t>
            </a:r>
            <a:r>
              <a:rPr lang="en-CA" dirty="0"/>
              <a:t>it doesn't need: your name, the colour of your card, why you want the money</a:t>
            </a:r>
          </a:p>
          <a:p>
            <a:endParaRPr lang="en-CA" dirty="0"/>
          </a:p>
        </p:txBody>
      </p:sp>
    </p:spTree>
    <p:extLst>
      <p:ext uri="{BB962C8B-B14F-4D97-AF65-F5344CB8AC3E}">
        <p14:creationId xmlns:p14="http://schemas.microsoft.com/office/powerpoint/2010/main" val="4190622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543467D-F099-E91B-F20C-F107994AA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8C63C-BA45-C1A2-E898-8A04A9AEE03A}"/>
              </a:ext>
            </a:extLst>
          </p:cNvPr>
          <p:cNvSpPr>
            <a:spLocks noGrp="1"/>
          </p:cNvSpPr>
          <p:nvPr>
            <p:ph type="title"/>
          </p:nvPr>
        </p:nvSpPr>
        <p:spPr>
          <a:xfrm>
            <a:off x="5445496" y="978776"/>
            <a:ext cx="5925310" cy="1174991"/>
          </a:xfrm>
        </p:spPr>
        <p:txBody>
          <a:bodyPr>
            <a:normAutofit/>
          </a:bodyPr>
          <a:lstStyle/>
          <a:p>
            <a:pPr>
              <a:buClr>
                <a:schemeClr val="accent2"/>
              </a:buClr>
            </a:pPr>
            <a:r>
              <a:rPr lang="en-CA" sz="1900"/>
              <a:t>What Kind of Information?</a:t>
            </a:r>
            <a:br>
              <a:rPr lang="en-CA" sz="1900"/>
            </a:br>
            <a:r>
              <a:rPr lang="en-CA" sz="1900" i="1"/>
              <a:t>Ask: What kind of information is each piece?</a:t>
            </a:r>
            <a:endParaRPr lang="en-CA" sz="1900"/>
          </a:p>
        </p:txBody>
      </p:sp>
      <p:pic>
        <p:nvPicPr>
          <p:cNvPr id="5" name="Picture 4">
            <a:extLst>
              <a:ext uri="{FF2B5EF4-FFF2-40B4-BE49-F238E27FC236}">
                <a16:creationId xmlns:a16="http://schemas.microsoft.com/office/drawing/2014/main" id="{D1BB2AB8-ED47-7F4F-5034-A57E43071465}"/>
              </a:ext>
            </a:extLst>
          </p:cNvPr>
          <p:cNvPicPr>
            <a:picLocks noChangeAspect="1"/>
          </p:cNvPicPr>
          <p:nvPr/>
        </p:nvPicPr>
        <p:blipFill>
          <a:blip r:embed="rId3"/>
          <a:srcRect l="16789" r="37879" b="-1"/>
          <a:stretch>
            <a:fillRect/>
          </a:stretch>
        </p:blipFill>
        <p:spPr>
          <a:xfrm>
            <a:off x="20" y="10"/>
            <a:ext cx="4657325" cy="6857990"/>
          </a:xfrm>
          <a:prstGeom prst="rect">
            <a:avLst/>
          </a:prstGeom>
        </p:spPr>
      </p:pic>
      <p:sp>
        <p:nvSpPr>
          <p:cNvPr id="3" name="Content Placeholder 2">
            <a:extLst>
              <a:ext uri="{FF2B5EF4-FFF2-40B4-BE49-F238E27FC236}">
                <a16:creationId xmlns:a16="http://schemas.microsoft.com/office/drawing/2014/main" id="{11C4C49E-E60C-D5CC-5116-B8858AE2F2BA}"/>
              </a:ext>
            </a:extLst>
          </p:cNvPr>
          <p:cNvSpPr>
            <a:spLocks noGrp="1"/>
          </p:cNvSpPr>
          <p:nvPr>
            <p:ph idx="1"/>
          </p:nvPr>
        </p:nvSpPr>
        <p:spPr>
          <a:xfrm>
            <a:off x="5445496" y="2640692"/>
            <a:ext cx="5925310" cy="3255252"/>
          </a:xfrm>
        </p:spPr>
        <p:txBody>
          <a:bodyPr>
            <a:normAutofit/>
          </a:bodyPr>
          <a:lstStyle/>
          <a:p>
            <a:pPr lvl="0"/>
            <a:r>
              <a:rPr lang="en-CA" sz="1700"/>
              <a:t>Card number → text (string); it identifies you, we never do math with it</a:t>
            </a:r>
          </a:p>
          <a:p>
            <a:pPr lvl="0"/>
            <a:r>
              <a:rPr lang="en-CA" sz="1700"/>
              <a:t>PIN → text (string); why? Think about a PIN of 0042 – as an int we lose the 00</a:t>
            </a:r>
          </a:p>
          <a:p>
            <a:pPr lvl="0"/>
            <a:r>
              <a:rPr lang="en-CA" sz="1700"/>
              <a:t>Balance, amount, daily limit → numbers with decimals (float)</a:t>
            </a:r>
          </a:p>
          <a:p>
            <a:pPr lvl="0"/>
            <a:r>
              <a:rPr lang="en-CA" sz="1700"/>
              <a:t>PIN attempts → whole number (integer)</a:t>
            </a:r>
          </a:p>
          <a:p>
            <a:pPr lvl="0"/>
            <a:r>
              <a:rPr lang="en-CA" sz="1700"/>
              <a:t>PIN correct? Enough money? → True or False (Boolean)</a:t>
            </a:r>
          </a:p>
          <a:p>
            <a:pPr lvl="0"/>
            <a:endParaRPr lang="en-CA" sz="1700"/>
          </a:p>
          <a:p>
            <a:pPr lvl="0"/>
            <a:r>
              <a:rPr lang="en-CA" sz="1700" b="1"/>
              <a:t>Tip: ask "what will we </a:t>
            </a:r>
            <a:r>
              <a:rPr lang="en-CA" sz="1700" b="1" i="1"/>
              <a:t>do</a:t>
            </a:r>
            <a:r>
              <a:rPr lang="en-CA" sz="1700" b="1"/>
              <a:t> with it?" to decide its type</a:t>
            </a:r>
          </a:p>
        </p:txBody>
      </p:sp>
    </p:spTree>
    <p:extLst>
      <p:ext uri="{BB962C8B-B14F-4D97-AF65-F5344CB8AC3E}">
        <p14:creationId xmlns:p14="http://schemas.microsoft.com/office/powerpoint/2010/main" val="1353602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D19B-E0F5-B8B9-46A8-79C013C3F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77B6E-0748-6AC0-B644-6ACDFC3D0E6E}"/>
              </a:ext>
            </a:extLst>
          </p:cNvPr>
          <p:cNvSpPr>
            <a:spLocks noGrp="1"/>
          </p:cNvSpPr>
          <p:nvPr>
            <p:ph type="title"/>
          </p:nvPr>
        </p:nvSpPr>
        <p:spPr>
          <a:xfrm>
            <a:off x="2231136" y="964692"/>
            <a:ext cx="7729728" cy="1544046"/>
          </a:xfrm>
        </p:spPr>
        <p:txBody>
          <a:bodyPr>
            <a:normAutofit/>
          </a:bodyPr>
          <a:lstStyle/>
          <a:p>
            <a:pPr>
              <a:buClr>
                <a:schemeClr val="accent2"/>
              </a:buClr>
            </a:pPr>
            <a:r>
              <a:rPr lang="en-CA" dirty="0"/>
              <a:t>Order and Combinations Matter</a:t>
            </a:r>
            <a:br>
              <a:rPr lang="en-CA" dirty="0"/>
            </a:br>
            <a:r>
              <a:rPr lang="en-CA" i="1" dirty="0"/>
              <a:t>Ask: What decisions need to be made, and in what order?</a:t>
            </a:r>
            <a:endParaRPr lang="en-CA" dirty="0"/>
          </a:p>
        </p:txBody>
      </p:sp>
      <p:sp>
        <p:nvSpPr>
          <p:cNvPr id="3" name="Content Placeholder 2">
            <a:extLst>
              <a:ext uri="{FF2B5EF4-FFF2-40B4-BE49-F238E27FC236}">
                <a16:creationId xmlns:a16="http://schemas.microsoft.com/office/drawing/2014/main" id="{97DD956C-B075-6D4F-151E-307EEC8B1C09}"/>
              </a:ext>
            </a:extLst>
          </p:cNvPr>
          <p:cNvSpPr>
            <a:spLocks noGrp="1"/>
          </p:cNvSpPr>
          <p:nvPr>
            <p:ph idx="1"/>
          </p:nvPr>
        </p:nvSpPr>
        <p:spPr>
          <a:xfrm>
            <a:off x="2231136" y="2638044"/>
            <a:ext cx="7729728" cy="3751033"/>
          </a:xfrm>
        </p:spPr>
        <p:txBody>
          <a:bodyPr>
            <a:normAutofit lnSpcReduction="10000"/>
          </a:bodyPr>
          <a:lstStyle/>
          <a:p>
            <a:pPr lvl="0"/>
            <a:r>
              <a:rPr lang="en-CA" dirty="0"/>
              <a:t>Some checks must come first </a:t>
            </a:r>
          </a:p>
          <a:p>
            <a:pPr lvl="1"/>
            <a:r>
              <a:rPr lang="en-CA" dirty="0"/>
              <a:t>Don't check the balance until the PIN is correct</a:t>
            </a:r>
          </a:p>
          <a:p>
            <a:pPr lvl="0"/>
            <a:r>
              <a:rPr lang="en-CA" dirty="0"/>
              <a:t>Some decisions need several conditions to all be true </a:t>
            </a:r>
          </a:p>
          <a:p>
            <a:pPr lvl="1"/>
            <a:r>
              <a:rPr lang="en-CA" dirty="0"/>
              <a:t>If amount ≤ balance </a:t>
            </a:r>
            <a:r>
              <a:rPr lang="en-CA" b="1" dirty="0"/>
              <a:t>and</a:t>
            </a:r>
            <a:r>
              <a:rPr lang="en-CA" dirty="0"/>
              <a:t> amount ≤ daily limit </a:t>
            </a:r>
            <a:r>
              <a:rPr lang="en-CA" b="1" dirty="0"/>
              <a:t>and</a:t>
            </a:r>
            <a:r>
              <a:rPr lang="en-CA" dirty="0"/>
              <a:t> amount ≤ cash in machine, then dispense</a:t>
            </a:r>
          </a:p>
          <a:p>
            <a:pPr lvl="0"/>
            <a:r>
              <a:rPr lang="en-CA" dirty="0"/>
              <a:t>Some decisions lead to other decisions </a:t>
            </a:r>
          </a:p>
          <a:p>
            <a:pPr lvl="1"/>
            <a:r>
              <a:rPr lang="en-CA" dirty="0"/>
              <a:t>If the PIN is wrong three times, then keep the card</a:t>
            </a:r>
          </a:p>
          <a:p>
            <a:endParaRPr lang="en-CA" dirty="0"/>
          </a:p>
          <a:p>
            <a:r>
              <a:rPr lang="en-CA" dirty="0">
                <a:solidFill>
                  <a:schemeClr val="accent3"/>
                </a:solidFill>
              </a:rPr>
              <a:t>However </a:t>
            </a:r>
            <a:r>
              <a:rPr lang="en-CA">
                <a:solidFill>
                  <a:schemeClr val="accent3"/>
                </a:solidFill>
              </a:rPr>
              <a:t>– checking the PIN multiple times requires repetitions– </a:t>
            </a:r>
            <a:r>
              <a:rPr lang="en-CA" dirty="0">
                <a:solidFill>
                  <a:schemeClr val="accent3"/>
                </a:solidFill>
              </a:rPr>
              <a:t>so we will assume for now ANY error leads to returning the card</a:t>
            </a:r>
          </a:p>
          <a:p>
            <a:r>
              <a:rPr lang="en-CA" dirty="0">
                <a:solidFill>
                  <a:schemeClr val="accent3"/>
                </a:solidFill>
              </a:rPr>
              <a:t>This makes for a very </a:t>
            </a:r>
            <a:r>
              <a:rPr lang="en-CA" b="1" dirty="0">
                <a:solidFill>
                  <a:schemeClr val="accent3"/>
                </a:solidFill>
              </a:rPr>
              <a:t>rude</a:t>
            </a:r>
            <a:r>
              <a:rPr lang="en-CA" dirty="0">
                <a:solidFill>
                  <a:schemeClr val="accent3"/>
                </a:solidFill>
              </a:rPr>
              <a:t> bank machine!</a:t>
            </a:r>
          </a:p>
        </p:txBody>
      </p:sp>
    </p:spTree>
    <p:extLst>
      <p:ext uri="{BB962C8B-B14F-4D97-AF65-F5344CB8AC3E}">
        <p14:creationId xmlns:p14="http://schemas.microsoft.com/office/powerpoint/2010/main" val="161149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68584-029D-4828-EFC2-8B459B485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33F78-60FD-D308-092D-2AE4B7A41645}"/>
              </a:ext>
            </a:extLst>
          </p:cNvPr>
          <p:cNvSpPr>
            <a:spLocks noGrp="1"/>
          </p:cNvSpPr>
          <p:nvPr>
            <p:ph type="title"/>
          </p:nvPr>
        </p:nvSpPr>
        <p:spPr>
          <a:xfrm>
            <a:off x="2231136" y="964692"/>
            <a:ext cx="7729728" cy="1544046"/>
          </a:xfrm>
        </p:spPr>
        <p:txBody>
          <a:bodyPr>
            <a:normAutofit/>
          </a:bodyPr>
          <a:lstStyle/>
          <a:p>
            <a:pPr>
              <a:buClr>
                <a:schemeClr val="accent2"/>
              </a:buClr>
            </a:pPr>
            <a:r>
              <a:rPr lang="en-CA" dirty="0"/>
              <a:t>Algorithm Design</a:t>
            </a:r>
            <a:br>
              <a:rPr lang="en-CA" dirty="0"/>
            </a:br>
            <a:r>
              <a:rPr lang="en-CA" sz="2400" i="1" dirty="0"/>
              <a:t>Ask: Can we represent it differently?</a:t>
            </a:r>
            <a:endParaRPr lang="en-CA" dirty="0"/>
          </a:p>
        </p:txBody>
      </p:sp>
      <p:sp>
        <p:nvSpPr>
          <p:cNvPr id="3" name="Content Placeholder 2">
            <a:extLst>
              <a:ext uri="{FF2B5EF4-FFF2-40B4-BE49-F238E27FC236}">
                <a16:creationId xmlns:a16="http://schemas.microsoft.com/office/drawing/2014/main" id="{37626B6F-468B-D3A0-DC72-2609AE006855}"/>
              </a:ext>
            </a:extLst>
          </p:cNvPr>
          <p:cNvSpPr>
            <a:spLocks noGrp="1"/>
          </p:cNvSpPr>
          <p:nvPr>
            <p:ph idx="1"/>
          </p:nvPr>
        </p:nvSpPr>
        <p:spPr/>
        <p:txBody>
          <a:bodyPr>
            <a:normAutofit/>
          </a:bodyPr>
          <a:lstStyle/>
          <a:p>
            <a:pPr lvl="0"/>
            <a:r>
              <a:rPr lang="en-CA" dirty="0"/>
              <a:t>Read the card</a:t>
            </a:r>
          </a:p>
          <a:p>
            <a:pPr lvl="0"/>
            <a:r>
              <a:rPr lang="en-CA" dirty="0"/>
              <a:t>Ask for the PIN</a:t>
            </a:r>
          </a:p>
          <a:p>
            <a:pPr lvl="0"/>
            <a:r>
              <a:rPr lang="en-CA" dirty="0"/>
              <a:t>If the PIN is correct ask for amount, otherwise return card</a:t>
            </a:r>
          </a:p>
          <a:p>
            <a:pPr lvl="0"/>
            <a:r>
              <a:rPr lang="en-CA" dirty="0"/>
              <a:t>Ask for the amount</a:t>
            </a:r>
          </a:p>
          <a:p>
            <a:pPr lvl="1"/>
            <a:r>
              <a:rPr lang="en-CA" dirty="0"/>
              <a:t>If the amount is not a multiple of $20 show an error and return card</a:t>
            </a:r>
          </a:p>
          <a:p>
            <a:pPr lvl="1"/>
            <a:r>
              <a:rPr lang="en-CA" dirty="0"/>
              <a:t>If the amount is more than the balance, daily limit or cash available, show an error and return card</a:t>
            </a:r>
          </a:p>
          <a:p>
            <a:pPr lvl="1"/>
            <a:r>
              <a:rPr lang="en-CA" dirty="0"/>
              <a:t>Otherwise, dispense cash, subtract from balance, print receipt, return card</a:t>
            </a:r>
          </a:p>
        </p:txBody>
      </p:sp>
    </p:spTree>
    <p:extLst>
      <p:ext uri="{BB962C8B-B14F-4D97-AF65-F5344CB8AC3E}">
        <p14:creationId xmlns:p14="http://schemas.microsoft.com/office/powerpoint/2010/main" val="1171134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9FF58-AF9C-CD75-D7C3-6FFABEBD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BF7C8-1074-EDFF-8098-0C58BF6A381B}"/>
              </a:ext>
            </a:extLst>
          </p:cNvPr>
          <p:cNvSpPr>
            <a:spLocks noGrp="1"/>
          </p:cNvSpPr>
          <p:nvPr>
            <p:ph type="title"/>
          </p:nvPr>
        </p:nvSpPr>
        <p:spPr/>
        <p:txBody>
          <a:bodyPr>
            <a:normAutofit/>
          </a:bodyPr>
          <a:lstStyle/>
          <a:p>
            <a:pPr>
              <a:buClr>
                <a:schemeClr val="accent2"/>
              </a:buClr>
            </a:pPr>
            <a:r>
              <a:rPr lang="en-CA" dirty="0"/>
              <a:t>Test Your Algorithm</a:t>
            </a:r>
            <a:br>
              <a:rPr lang="en-CA" dirty="0"/>
            </a:br>
            <a:r>
              <a:rPr lang="en-CA" i="1" dirty="0"/>
              <a:t>Ask: How will we know it works?</a:t>
            </a:r>
            <a:endParaRPr lang="en-CA" dirty="0"/>
          </a:p>
        </p:txBody>
      </p:sp>
      <p:sp>
        <p:nvSpPr>
          <p:cNvPr id="3" name="Content Placeholder 2">
            <a:extLst>
              <a:ext uri="{FF2B5EF4-FFF2-40B4-BE49-F238E27FC236}">
                <a16:creationId xmlns:a16="http://schemas.microsoft.com/office/drawing/2014/main" id="{5509231F-51D1-E5ED-2FC0-10985A96D899}"/>
              </a:ext>
            </a:extLst>
          </p:cNvPr>
          <p:cNvSpPr>
            <a:spLocks noGrp="1"/>
          </p:cNvSpPr>
          <p:nvPr>
            <p:ph sz="half" idx="1"/>
          </p:nvPr>
        </p:nvSpPr>
        <p:spPr/>
        <p:txBody>
          <a:bodyPr>
            <a:normAutofit fontScale="85000" lnSpcReduction="20000"/>
          </a:bodyPr>
          <a:lstStyle/>
          <a:p>
            <a:r>
              <a:rPr lang="en-CA" b="1" dirty="0"/>
              <a:t>Find a Partner: </a:t>
            </a:r>
            <a:r>
              <a:rPr lang="en-CA" dirty="0"/>
              <a:t>Walk through your steps with these cases: </a:t>
            </a:r>
          </a:p>
          <a:p>
            <a:pPr lvl="1"/>
            <a:r>
              <a:rPr lang="en-CA" dirty="0"/>
              <a:t>Wrong PIN?</a:t>
            </a:r>
          </a:p>
          <a:p>
            <a:pPr lvl="1"/>
            <a:r>
              <a:rPr lang="en-CA" dirty="0"/>
              <a:t>Balance $100, request $100</a:t>
            </a:r>
          </a:p>
          <a:p>
            <a:pPr lvl="1"/>
            <a:r>
              <a:rPr lang="en-CA" dirty="0"/>
              <a:t>Balance $100, request $120</a:t>
            </a:r>
          </a:p>
          <a:p>
            <a:pPr lvl="1"/>
            <a:r>
              <a:rPr lang="en-CA" dirty="0"/>
              <a:t>Request $30</a:t>
            </a:r>
          </a:p>
          <a:p>
            <a:pPr lvl="1"/>
            <a:r>
              <a:rPr lang="en-CA" dirty="0"/>
              <a:t>Request $0</a:t>
            </a:r>
          </a:p>
          <a:p>
            <a:pPr lvl="0"/>
            <a:r>
              <a:rPr lang="en-CA" dirty="0"/>
              <a:t>Did your algorithm do the right thing every time?</a:t>
            </a:r>
          </a:p>
          <a:p>
            <a:pPr lvl="0"/>
            <a:r>
              <a:rPr lang="en-CA" dirty="0"/>
              <a:t>The </a:t>
            </a:r>
            <a:r>
              <a:rPr lang="en-CA" b="1" i="1" dirty="0"/>
              <a:t>edge cases</a:t>
            </a:r>
            <a:r>
              <a:rPr lang="en-CA" dirty="0"/>
              <a:t> (exactly equal, zero, the third try) are where bugs hide</a:t>
            </a:r>
          </a:p>
        </p:txBody>
      </p:sp>
      <p:sp>
        <p:nvSpPr>
          <p:cNvPr id="4" name="Content Placeholder 3">
            <a:extLst>
              <a:ext uri="{FF2B5EF4-FFF2-40B4-BE49-F238E27FC236}">
                <a16:creationId xmlns:a16="http://schemas.microsoft.com/office/drawing/2014/main" id="{B5D31E3D-22CB-5887-22F7-3C64CC4AEE33}"/>
              </a:ext>
            </a:extLst>
          </p:cNvPr>
          <p:cNvSpPr>
            <a:spLocks noGrp="1"/>
          </p:cNvSpPr>
          <p:nvPr>
            <p:ph sz="half" idx="2"/>
          </p:nvPr>
        </p:nvSpPr>
        <p:spPr/>
        <p:txBody>
          <a:bodyPr>
            <a:normAutofit fontScale="85000" lnSpcReduction="20000"/>
          </a:bodyPr>
          <a:lstStyle/>
          <a:p>
            <a:r>
              <a:rPr lang="en-CA" dirty="0"/>
              <a:t>Read the card</a:t>
            </a:r>
          </a:p>
          <a:p>
            <a:r>
              <a:rPr lang="en-CA" dirty="0"/>
              <a:t>Ask for the PIN</a:t>
            </a:r>
          </a:p>
          <a:p>
            <a:r>
              <a:rPr lang="en-CA" dirty="0"/>
              <a:t>If the PIN is right ask for amount, otherwise display “Incorrect PIN” and return the card.</a:t>
            </a:r>
          </a:p>
          <a:p>
            <a:r>
              <a:rPr lang="en-CA" dirty="0"/>
              <a:t>Ask for the amount</a:t>
            </a:r>
          </a:p>
          <a:p>
            <a:r>
              <a:rPr lang="en-CA" dirty="0"/>
              <a:t>If the amount is not a multiple of $20, show an error and return card</a:t>
            </a:r>
          </a:p>
          <a:p>
            <a:r>
              <a:rPr lang="en-CA" dirty="0"/>
              <a:t>If the amount is more than the balance, daily limit or cash available, show an error and stop</a:t>
            </a:r>
          </a:p>
          <a:p>
            <a:r>
              <a:rPr lang="en-CA" dirty="0"/>
              <a:t>Otherwise, dispense cash, subtract from balance, print receipt, return card</a:t>
            </a:r>
          </a:p>
        </p:txBody>
      </p:sp>
    </p:spTree>
    <p:extLst>
      <p:ext uri="{BB962C8B-B14F-4D97-AF65-F5344CB8AC3E}">
        <p14:creationId xmlns:p14="http://schemas.microsoft.com/office/powerpoint/2010/main" val="2576205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A6B47D-C61C-E401-C390-9205C5E1883A}"/>
              </a:ext>
            </a:extLst>
          </p:cNvPr>
          <p:cNvSpPr>
            <a:spLocks noGrp="1"/>
          </p:cNvSpPr>
          <p:nvPr>
            <p:ph type="title"/>
          </p:nvPr>
        </p:nvSpPr>
        <p:spPr/>
        <p:txBody>
          <a:bodyPr>
            <a:normAutofit/>
          </a:bodyPr>
          <a:lstStyle/>
          <a:p>
            <a:pPr>
              <a:buClr>
                <a:schemeClr val="accent2"/>
              </a:buClr>
            </a:pPr>
            <a:r>
              <a:rPr lang="en-CA" b="1" dirty="0"/>
              <a:t>Where We're Going Next</a:t>
            </a:r>
            <a:br>
              <a:rPr lang="en-CA" dirty="0"/>
            </a:br>
            <a:r>
              <a:rPr lang="en-CA" i="1" dirty="0"/>
              <a:t>Ask: Can we represent it differently?</a:t>
            </a:r>
            <a:endParaRPr lang="en-CA" dirty="0"/>
          </a:p>
        </p:txBody>
      </p:sp>
      <p:sp>
        <p:nvSpPr>
          <p:cNvPr id="6" name="Content Placeholder 5">
            <a:extLst>
              <a:ext uri="{FF2B5EF4-FFF2-40B4-BE49-F238E27FC236}">
                <a16:creationId xmlns:a16="http://schemas.microsoft.com/office/drawing/2014/main" id="{0689A06F-A012-7D69-9BBD-ECFC1242A2FE}"/>
              </a:ext>
            </a:extLst>
          </p:cNvPr>
          <p:cNvSpPr>
            <a:spLocks noGrp="1"/>
          </p:cNvSpPr>
          <p:nvPr>
            <p:ph idx="1"/>
          </p:nvPr>
        </p:nvSpPr>
        <p:spPr/>
        <p:txBody>
          <a:bodyPr/>
          <a:lstStyle/>
          <a:p>
            <a:pPr lvl="0"/>
            <a:r>
              <a:rPr lang="en-CA" dirty="0"/>
              <a:t>Our plain-English steps become: </a:t>
            </a:r>
          </a:p>
          <a:p>
            <a:pPr lvl="1"/>
            <a:r>
              <a:rPr lang="en-CA" b="1" dirty="0"/>
              <a:t>Pseudocode</a:t>
            </a:r>
            <a:r>
              <a:rPr lang="en-CA" dirty="0"/>
              <a:t>: structured steps, close to code</a:t>
            </a:r>
          </a:p>
          <a:p>
            <a:pPr lvl="1"/>
            <a:r>
              <a:rPr lang="en-CA" b="1" dirty="0"/>
              <a:t>Flowchart</a:t>
            </a:r>
            <a:r>
              <a:rPr lang="en-CA" dirty="0"/>
              <a:t>: decisions drawn as diamonds, with True and False paths</a:t>
            </a:r>
          </a:p>
          <a:p>
            <a:pPr lvl="1"/>
            <a:r>
              <a:rPr lang="en-CA" b="1" dirty="0"/>
              <a:t>Python Syntax</a:t>
            </a:r>
            <a:r>
              <a:rPr lang="en-CA" dirty="0"/>
              <a:t>: if, </a:t>
            </a:r>
            <a:r>
              <a:rPr lang="en-CA" dirty="0" err="1"/>
              <a:t>elif</a:t>
            </a:r>
            <a:r>
              <a:rPr lang="en-CA" dirty="0"/>
              <a:t>, else</a:t>
            </a:r>
          </a:p>
          <a:p>
            <a:pPr lvl="0"/>
            <a:r>
              <a:rPr lang="en-CA" dirty="0"/>
              <a:t>The nine questions work for every problem this term, not just bank machines</a:t>
            </a:r>
          </a:p>
          <a:p>
            <a:endParaRPr lang="en-CA" dirty="0"/>
          </a:p>
        </p:txBody>
      </p:sp>
    </p:spTree>
    <p:extLst>
      <p:ext uri="{BB962C8B-B14F-4D97-AF65-F5344CB8AC3E}">
        <p14:creationId xmlns:p14="http://schemas.microsoft.com/office/powerpoint/2010/main" val="2549994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CE5A05-8FD5-1682-E3BD-3D33AABD4E8B}"/>
              </a:ext>
            </a:extLst>
          </p:cNvPr>
          <p:cNvSpPr>
            <a:spLocks noGrp="1"/>
          </p:cNvSpPr>
          <p:nvPr>
            <p:ph type="title"/>
          </p:nvPr>
        </p:nvSpPr>
        <p:spPr>
          <a:xfrm>
            <a:off x="769620" y="2737333"/>
            <a:ext cx="4486656" cy="1141497"/>
          </a:xfrm>
        </p:spPr>
        <p:txBody>
          <a:bodyPr/>
          <a:lstStyle/>
          <a:p>
            <a:r>
              <a:rPr lang="en-CA" dirty="0"/>
              <a:t>Algorithm as Flow Chart</a:t>
            </a:r>
          </a:p>
        </p:txBody>
      </p:sp>
      <p:pic>
        <p:nvPicPr>
          <p:cNvPr id="8" name="Content Placeholder 7">
            <a:extLst>
              <a:ext uri="{FF2B5EF4-FFF2-40B4-BE49-F238E27FC236}">
                <a16:creationId xmlns:a16="http://schemas.microsoft.com/office/drawing/2014/main" id="{5AC3A965-CCFB-3FCD-E71D-D6DEC2B827ED}"/>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6277233" y="35683"/>
            <a:ext cx="5758248" cy="6815886"/>
          </a:xfrm>
          <a:prstGeom prst="rect">
            <a:avLst/>
          </a:prstGeom>
        </p:spPr>
      </p:pic>
    </p:spTree>
    <p:extLst>
      <p:ext uri="{BB962C8B-B14F-4D97-AF65-F5344CB8AC3E}">
        <p14:creationId xmlns:p14="http://schemas.microsoft.com/office/powerpoint/2010/main" val="2890357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F50D1-4072-2E02-B044-ED8119DFD1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D62C6A-D8F9-BC01-D3D9-09F70159DA64}"/>
              </a:ext>
            </a:extLst>
          </p:cNvPr>
          <p:cNvSpPr>
            <a:spLocks noGrp="1"/>
          </p:cNvSpPr>
          <p:nvPr>
            <p:ph type="title"/>
          </p:nvPr>
        </p:nvSpPr>
        <p:spPr/>
        <p:txBody>
          <a:bodyPr>
            <a:normAutofit/>
          </a:bodyPr>
          <a:lstStyle/>
          <a:p>
            <a:pPr>
              <a:buClr>
                <a:schemeClr val="accent2"/>
              </a:buClr>
            </a:pPr>
            <a:r>
              <a:rPr lang="en-CA" dirty="0"/>
              <a:t>Algorithm as Pseudocode</a:t>
            </a:r>
          </a:p>
        </p:txBody>
      </p:sp>
      <p:sp>
        <p:nvSpPr>
          <p:cNvPr id="6" name="Content Placeholder 5">
            <a:extLst>
              <a:ext uri="{FF2B5EF4-FFF2-40B4-BE49-F238E27FC236}">
                <a16:creationId xmlns:a16="http://schemas.microsoft.com/office/drawing/2014/main" id="{F03731E1-B6A5-0DC1-A148-A3DC8ADD542A}"/>
              </a:ext>
            </a:extLst>
          </p:cNvPr>
          <p:cNvSpPr>
            <a:spLocks noGrp="1"/>
          </p:cNvSpPr>
          <p:nvPr>
            <p:ph sz="half" idx="1"/>
          </p:nvPr>
        </p:nvSpPr>
        <p:spPr>
          <a:xfrm>
            <a:off x="1617083" y="2368414"/>
            <a:ext cx="5135410" cy="3101982"/>
          </a:xfrm>
        </p:spPr>
        <p:txBody>
          <a:bodyPr>
            <a:noAutofit/>
          </a:bodyPr>
          <a:lstStyle/>
          <a:p>
            <a:pPr>
              <a:buFont typeface="+mj-lt"/>
              <a:buAutoNum type="arabicPeriod"/>
            </a:pPr>
            <a:r>
              <a:rPr lang="en-US" sz="1200" dirty="0"/>
              <a:t>START</a:t>
            </a:r>
          </a:p>
          <a:p>
            <a:pPr>
              <a:buFont typeface="+mj-lt"/>
              <a:buAutoNum type="arabicPeriod"/>
            </a:pPr>
            <a:r>
              <a:rPr lang="en-US" sz="1200" dirty="0"/>
              <a:t>READ card</a:t>
            </a:r>
          </a:p>
          <a:p>
            <a:pPr>
              <a:buFont typeface="+mj-lt"/>
              <a:buAutoNum type="arabicPeriod"/>
            </a:pPr>
            <a:r>
              <a:rPr lang="en-US" sz="1200" dirty="0"/>
              <a:t>INPUT </a:t>
            </a:r>
            <a:r>
              <a:rPr lang="en-US" sz="1200" dirty="0" err="1"/>
              <a:t>pin_entry</a:t>
            </a:r>
            <a:endParaRPr lang="en-US" sz="1200" dirty="0"/>
          </a:p>
          <a:p>
            <a:pPr>
              <a:buFont typeface="+mj-lt"/>
              <a:buAutoNum type="arabicPeriod"/>
            </a:pPr>
            <a:r>
              <a:rPr lang="en-US" sz="1200" dirty="0"/>
              <a:t>IF </a:t>
            </a:r>
            <a:r>
              <a:rPr lang="en-US" sz="1200" dirty="0" err="1"/>
              <a:t>pin_entry</a:t>
            </a:r>
            <a:r>
              <a:rPr lang="en-US" sz="1200" dirty="0"/>
              <a:t> = </a:t>
            </a:r>
            <a:r>
              <a:rPr lang="en-US" sz="1200" dirty="0" err="1"/>
              <a:t>stored_pin</a:t>
            </a:r>
            <a:r>
              <a:rPr lang="en-US" sz="1200" dirty="0"/>
              <a:t> THEN</a:t>
            </a:r>
          </a:p>
          <a:p>
            <a:pPr>
              <a:buFont typeface="+mj-lt"/>
              <a:buAutoNum type="arabicPeriod"/>
            </a:pPr>
            <a:r>
              <a:rPr lang="en-US" sz="1200" dirty="0"/>
              <a:t>    INPUT amount</a:t>
            </a:r>
          </a:p>
          <a:p>
            <a:pPr>
              <a:buFont typeface="+mj-lt"/>
              <a:buAutoNum type="arabicPeriod"/>
            </a:pPr>
            <a:r>
              <a:rPr lang="en-US" sz="1200" dirty="0"/>
              <a:t>    IF amount &gt; 0 AND amount is a multiple of 20 THEN</a:t>
            </a:r>
          </a:p>
          <a:p>
            <a:pPr>
              <a:buFont typeface="+mj-lt"/>
              <a:buAutoNum type="arabicPeriod"/>
            </a:pPr>
            <a:r>
              <a:rPr lang="en-US" sz="1200" dirty="0"/>
              <a:t>        IF amount &lt;= balance THEN</a:t>
            </a:r>
          </a:p>
          <a:p>
            <a:pPr>
              <a:buFont typeface="+mj-lt"/>
              <a:buAutoNum type="arabicPeriod"/>
            </a:pPr>
            <a:r>
              <a:rPr lang="en-US" sz="1200" dirty="0"/>
              <a:t>            IF amount &lt;= </a:t>
            </a:r>
            <a:r>
              <a:rPr lang="en-US" sz="1200" dirty="0" err="1"/>
              <a:t>daily_limit</a:t>
            </a:r>
            <a:r>
              <a:rPr lang="en-US" sz="1200" dirty="0"/>
              <a:t> AND amount &lt;= </a:t>
            </a:r>
            <a:r>
              <a:rPr lang="en-US" sz="1200" dirty="0" err="1"/>
              <a:t>machine_cash</a:t>
            </a:r>
            <a:r>
              <a:rPr lang="en-US" sz="1200" dirty="0"/>
              <a:t> THEN</a:t>
            </a:r>
          </a:p>
          <a:p>
            <a:pPr>
              <a:buFont typeface="+mj-lt"/>
              <a:buAutoNum type="arabicPeriod"/>
            </a:pPr>
            <a:r>
              <a:rPr lang="en-US" sz="1200" dirty="0"/>
              <a:t>                DISPENSE cash</a:t>
            </a:r>
          </a:p>
          <a:p>
            <a:pPr>
              <a:buFont typeface="+mj-lt"/>
              <a:buAutoNum type="arabicPeriod"/>
            </a:pPr>
            <a:r>
              <a:rPr lang="en-US" sz="1200" dirty="0"/>
              <a:t>                SET balance TO balance - amount</a:t>
            </a:r>
          </a:p>
          <a:p>
            <a:pPr>
              <a:buFont typeface="+mj-lt"/>
              <a:buAutoNum type="arabicPeriod"/>
            </a:pPr>
            <a:r>
              <a:rPr lang="en-US" sz="1200" dirty="0"/>
              <a:t>                PRINT receipt</a:t>
            </a:r>
          </a:p>
          <a:p>
            <a:pPr>
              <a:buFont typeface="+mj-lt"/>
              <a:buAutoNum type="arabicPeriod"/>
            </a:pPr>
            <a:r>
              <a:rPr lang="en-US" sz="1200" dirty="0"/>
              <a:t>END</a:t>
            </a:r>
          </a:p>
        </p:txBody>
      </p:sp>
      <p:sp>
        <p:nvSpPr>
          <p:cNvPr id="2" name="Content Placeholder 1">
            <a:extLst>
              <a:ext uri="{FF2B5EF4-FFF2-40B4-BE49-F238E27FC236}">
                <a16:creationId xmlns:a16="http://schemas.microsoft.com/office/drawing/2014/main" id="{362CDB29-99EB-7F22-24E0-2F78F58B13BB}"/>
              </a:ext>
            </a:extLst>
          </p:cNvPr>
          <p:cNvSpPr>
            <a:spLocks noGrp="1"/>
          </p:cNvSpPr>
          <p:nvPr>
            <p:ph sz="half" idx="2"/>
          </p:nvPr>
        </p:nvSpPr>
        <p:spPr>
          <a:xfrm>
            <a:off x="7147207" y="2368414"/>
            <a:ext cx="4270247" cy="3774478"/>
          </a:xfrm>
        </p:spPr>
        <p:txBody>
          <a:bodyPr>
            <a:normAutofit fontScale="70000" lnSpcReduction="20000"/>
          </a:bodyPr>
          <a:lstStyle/>
          <a:p>
            <a:pPr marL="342900" indent="-342900">
              <a:buFont typeface="+mj-lt"/>
              <a:buAutoNum type="arabicPeriod" startAt="13"/>
            </a:pPr>
            <a:r>
              <a:rPr lang="en-US" dirty="0"/>
              <a:t> ELSE</a:t>
            </a:r>
          </a:p>
          <a:p>
            <a:pPr marL="342900" indent="-342900">
              <a:buFont typeface="+mj-lt"/>
              <a:buAutoNum type="arabicPeriod" startAt="13"/>
            </a:pPr>
            <a:r>
              <a:rPr lang="en-US" dirty="0"/>
              <a:t>                DISPLAY "Amount not available"</a:t>
            </a:r>
          </a:p>
          <a:p>
            <a:pPr marL="342900" indent="-342900">
              <a:buFont typeface="+mj-lt"/>
              <a:buAutoNum type="arabicPeriod" startAt="13"/>
            </a:pPr>
            <a:r>
              <a:rPr lang="en-US" dirty="0"/>
              <a:t>            END IF</a:t>
            </a:r>
          </a:p>
          <a:p>
            <a:pPr marL="342900" indent="-342900">
              <a:buFont typeface="+mj-lt"/>
              <a:buAutoNum type="arabicPeriod" startAt="13"/>
            </a:pPr>
            <a:r>
              <a:rPr lang="en-US" dirty="0"/>
              <a:t>        ELSE</a:t>
            </a:r>
          </a:p>
          <a:p>
            <a:pPr marL="342900" indent="-342900">
              <a:buFont typeface="+mj-lt"/>
              <a:buAutoNum type="arabicPeriod" startAt="13"/>
            </a:pPr>
            <a:r>
              <a:rPr lang="en-US" dirty="0"/>
              <a:t>            DISPLAY "Insufficient funds"</a:t>
            </a:r>
          </a:p>
          <a:p>
            <a:pPr marL="342900" indent="-342900">
              <a:buFont typeface="+mj-lt"/>
              <a:buAutoNum type="arabicPeriod" startAt="13"/>
            </a:pPr>
            <a:r>
              <a:rPr lang="en-US" dirty="0"/>
              <a:t>        END IF</a:t>
            </a:r>
          </a:p>
          <a:p>
            <a:pPr marL="342900" indent="-342900">
              <a:buFont typeface="+mj-lt"/>
              <a:buAutoNum type="arabicPeriod" startAt="13"/>
            </a:pPr>
            <a:r>
              <a:rPr lang="en-US" dirty="0"/>
              <a:t>    ELSE</a:t>
            </a:r>
          </a:p>
          <a:p>
            <a:pPr marL="342900" indent="-342900">
              <a:buFont typeface="+mj-lt"/>
              <a:buAutoNum type="arabicPeriod" startAt="13"/>
            </a:pPr>
            <a:r>
              <a:rPr lang="en-US" dirty="0"/>
              <a:t>        DISPLAY "Invalid amount"</a:t>
            </a:r>
          </a:p>
          <a:p>
            <a:pPr marL="342900" indent="-342900">
              <a:buFont typeface="+mj-lt"/>
              <a:buAutoNum type="arabicPeriod" startAt="13"/>
            </a:pPr>
            <a:r>
              <a:rPr lang="en-US" dirty="0"/>
              <a:t>    END IF</a:t>
            </a:r>
          </a:p>
          <a:p>
            <a:pPr marL="342900" indent="-342900">
              <a:buFont typeface="+mj-lt"/>
              <a:buAutoNum type="arabicPeriod" startAt="13"/>
            </a:pPr>
            <a:r>
              <a:rPr lang="en-US" dirty="0"/>
              <a:t>ELSE</a:t>
            </a:r>
          </a:p>
          <a:p>
            <a:pPr marL="342900" indent="-342900">
              <a:buFont typeface="+mj-lt"/>
              <a:buAutoNum type="arabicPeriod" startAt="13"/>
            </a:pPr>
            <a:r>
              <a:rPr lang="en-US" dirty="0"/>
              <a:t>    DISPLAY "Incorrect PIN"</a:t>
            </a:r>
          </a:p>
          <a:p>
            <a:pPr marL="342900" indent="-342900">
              <a:buFont typeface="+mj-lt"/>
              <a:buAutoNum type="arabicPeriod" startAt="13"/>
            </a:pPr>
            <a:r>
              <a:rPr lang="en-US" dirty="0"/>
              <a:t>END IF</a:t>
            </a:r>
          </a:p>
          <a:p>
            <a:pPr marL="342900" indent="-342900">
              <a:buFont typeface="+mj-lt"/>
              <a:buAutoNum type="arabicPeriod" startAt="13"/>
            </a:pPr>
            <a:r>
              <a:rPr lang="en-US" dirty="0"/>
              <a:t>RETURN card</a:t>
            </a:r>
            <a:endParaRPr lang="en-CA" dirty="0"/>
          </a:p>
        </p:txBody>
      </p:sp>
    </p:spTree>
    <p:extLst>
      <p:ext uri="{BB962C8B-B14F-4D97-AF65-F5344CB8AC3E}">
        <p14:creationId xmlns:p14="http://schemas.microsoft.com/office/powerpoint/2010/main" val="4218391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338C0-66AB-148B-AEB1-DE7475C03329}"/>
              </a:ext>
            </a:extLst>
          </p:cNvPr>
          <p:cNvSpPr>
            <a:spLocks noGrp="1"/>
          </p:cNvSpPr>
          <p:nvPr>
            <p:ph type="title"/>
          </p:nvPr>
        </p:nvSpPr>
        <p:spPr/>
        <p:txBody>
          <a:bodyPr/>
          <a:lstStyle/>
          <a:p>
            <a:r>
              <a:rPr lang="en-US" dirty="0"/>
              <a:t>Code Examples</a:t>
            </a:r>
          </a:p>
        </p:txBody>
      </p:sp>
      <p:sp>
        <p:nvSpPr>
          <p:cNvPr id="3" name="Content Placeholder 2">
            <a:extLst>
              <a:ext uri="{FF2B5EF4-FFF2-40B4-BE49-F238E27FC236}">
                <a16:creationId xmlns:a16="http://schemas.microsoft.com/office/drawing/2014/main" id="{52BF1C45-1BC6-1344-58B8-103FD029F2E3}"/>
              </a:ext>
            </a:extLst>
          </p:cNvPr>
          <p:cNvSpPr>
            <a:spLocks noGrp="1"/>
          </p:cNvSpPr>
          <p:nvPr>
            <p:ph idx="1"/>
          </p:nvPr>
        </p:nvSpPr>
        <p:spPr/>
        <p:txBody>
          <a:bodyPr/>
          <a:lstStyle/>
          <a:p>
            <a:r>
              <a:rPr lang="en-US" dirty="0">
                <a:hlinkClick r:id="rId2"/>
              </a:rPr>
              <a:t>https://colab.research.google.com/github/UPEI-CS/CS1910-Students/blob/main/lectures/06-Decisions/CS1910_Decisions_Workbook.ipynb</a:t>
            </a:r>
            <a:endParaRPr lang="en-US" dirty="0"/>
          </a:p>
          <a:p>
            <a:endParaRPr lang="en-US" dirty="0"/>
          </a:p>
        </p:txBody>
      </p:sp>
    </p:spTree>
    <p:extLst>
      <p:ext uri="{BB962C8B-B14F-4D97-AF65-F5344CB8AC3E}">
        <p14:creationId xmlns:p14="http://schemas.microsoft.com/office/powerpoint/2010/main" val="1098872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28E99-D03E-B2D7-7AE3-F9AA098DC4D6}"/>
              </a:ext>
            </a:extLst>
          </p:cNvPr>
          <p:cNvSpPr>
            <a:spLocks noGrp="1"/>
          </p:cNvSpPr>
          <p:nvPr>
            <p:ph type="title"/>
          </p:nvPr>
        </p:nvSpPr>
        <p:spPr/>
        <p:txBody>
          <a:bodyPr/>
          <a:lstStyle/>
          <a:p>
            <a:r>
              <a:rPr lang="en-US" dirty="0"/>
              <a:t>BOOLEAN EXPRESSIONS</a:t>
            </a:r>
          </a:p>
        </p:txBody>
      </p:sp>
      <p:sp>
        <p:nvSpPr>
          <p:cNvPr id="3" name="Content Placeholder 2">
            <a:extLst>
              <a:ext uri="{FF2B5EF4-FFF2-40B4-BE49-F238E27FC236}">
                <a16:creationId xmlns:a16="http://schemas.microsoft.com/office/drawing/2014/main" id="{61181D14-9B5C-A053-7CF1-DC60C8083B85}"/>
              </a:ext>
            </a:extLst>
          </p:cNvPr>
          <p:cNvSpPr>
            <a:spLocks noGrp="1"/>
          </p:cNvSpPr>
          <p:nvPr>
            <p:ph idx="1"/>
          </p:nvPr>
        </p:nvSpPr>
        <p:spPr/>
        <p:txBody>
          <a:bodyPr>
            <a:normAutofit fontScale="92500" lnSpcReduction="10000"/>
          </a:bodyPr>
          <a:lstStyle/>
          <a:p>
            <a:pPr lvl="0"/>
            <a:r>
              <a:rPr lang="en-CA" dirty="0"/>
              <a:t>Recall that Boolean values are either True or False</a:t>
            </a:r>
          </a:p>
          <a:p>
            <a:pPr lvl="0"/>
            <a:r>
              <a:rPr lang="en-CA" dirty="0"/>
              <a:t>Boolean expressions evaluate to a Boolean value </a:t>
            </a:r>
          </a:p>
          <a:p>
            <a:pPr lvl="1"/>
            <a:r>
              <a:rPr lang="en-CA" dirty="0"/>
              <a:t>amount &lt;= balance → True or False</a:t>
            </a:r>
          </a:p>
          <a:p>
            <a:pPr lvl="0"/>
            <a:r>
              <a:rPr lang="en-CA" b="1" dirty="0"/>
              <a:t>Relational (comparison) operators:</a:t>
            </a:r>
            <a:r>
              <a:rPr lang="en-CA" dirty="0"/>
              <a:t> ==, !=, &gt;, &lt;, &gt;=, &lt;= </a:t>
            </a:r>
          </a:p>
          <a:p>
            <a:pPr lvl="1"/>
            <a:r>
              <a:rPr lang="en-CA" dirty="0"/>
              <a:t>Note: == compares, = assigns</a:t>
            </a:r>
          </a:p>
          <a:p>
            <a:pPr lvl="0"/>
            <a:r>
              <a:rPr lang="en-CA" b="1" dirty="0"/>
              <a:t>Logical operators:</a:t>
            </a:r>
            <a:r>
              <a:rPr lang="en-CA" dirty="0"/>
              <a:t> and, or, not </a:t>
            </a:r>
          </a:p>
          <a:p>
            <a:pPr lvl="1"/>
            <a:r>
              <a:rPr lang="en-CA" dirty="0"/>
              <a:t>and → True only if both sides are True</a:t>
            </a:r>
          </a:p>
          <a:p>
            <a:pPr lvl="1"/>
            <a:r>
              <a:rPr lang="en-CA" dirty="0"/>
              <a:t>or → True if at least one side is True</a:t>
            </a:r>
          </a:p>
          <a:p>
            <a:pPr lvl="1"/>
            <a:r>
              <a:rPr lang="en-CA" dirty="0"/>
              <a:t>not → flips True to False, and False to True</a:t>
            </a:r>
          </a:p>
          <a:p>
            <a:pPr lvl="0"/>
            <a:endParaRPr lang="en-CA" dirty="0"/>
          </a:p>
        </p:txBody>
      </p:sp>
    </p:spTree>
    <p:extLst>
      <p:ext uri="{BB962C8B-B14F-4D97-AF65-F5344CB8AC3E}">
        <p14:creationId xmlns:p14="http://schemas.microsoft.com/office/powerpoint/2010/main" val="2403898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2058-19D5-8F96-CF11-0554ACE03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35776-C59E-9767-E554-95FB160C03B4}"/>
              </a:ext>
            </a:extLst>
          </p:cNvPr>
          <p:cNvSpPr>
            <a:spLocks noGrp="1"/>
          </p:cNvSpPr>
          <p:nvPr>
            <p:ph type="title"/>
          </p:nvPr>
        </p:nvSpPr>
        <p:spPr/>
        <p:txBody>
          <a:bodyPr/>
          <a:lstStyle/>
          <a:p>
            <a:r>
              <a:rPr lang="en-US" dirty="0"/>
              <a:t>BOOLEAN EXPRESSIONS</a:t>
            </a:r>
          </a:p>
        </p:txBody>
      </p:sp>
      <p:sp>
        <p:nvSpPr>
          <p:cNvPr id="3" name="Content Placeholder 2">
            <a:extLst>
              <a:ext uri="{FF2B5EF4-FFF2-40B4-BE49-F238E27FC236}">
                <a16:creationId xmlns:a16="http://schemas.microsoft.com/office/drawing/2014/main" id="{EB9A8787-3B96-547B-2D50-6B3DCA343020}"/>
              </a:ext>
            </a:extLst>
          </p:cNvPr>
          <p:cNvSpPr>
            <a:spLocks noGrp="1"/>
          </p:cNvSpPr>
          <p:nvPr>
            <p:ph sz="half" idx="1"/>
          </p:nvPr>
        </p:nvSpPr>
        <p:spPr/>
        <p:txBody>
          <a:bodyPr>
            <a:normAutofit fontScale="92500" lnSpcReduction="20000"/>
          </a:bodyPr>
          <a:lstStyle/>
          <a:p>
            <a:r>
              <a:rPr lang="en-CA" b="1" dirty="0"/>
              <a:t>Order of precedence:</a:t>
            </a:r>
            <a:r>
              <a:rPr lang="en-CA" dirty="0"/>
              <a:t> BEDMAS, then comparisons, then logic operators</a:t>
            </a:r>
          </a:p>
          <a:p>
            <a:pPr lvl="1"/>
            <a:r>
              <a:rPr lang="en-CA" dirty="0"/>
              <a:t>Brackets ( )</a:t>
            </a:r>
          </a:p>
          <a:p>
            <a:pPr lvl="1"/>
            <a:r>
              <a:rPr lang="en-CA" dirty="0"/>
              <a:t>Exponents **</a:t>
            </a:r>
          </a:p>
          <a:p>
            <a:pPr lvl="1"/>
            <a:r>
              <a:rPr lang="en-CA" dirty="0"/>
              <a:t>Division and Multiplication / // % *</a:t>
            </a:r>
          </a:p>
          <a:p>
            <a:pPr lvl="1"/>
            <a:r>
              <a:rPr lang="en-CA" dirty="0"/>
              <a:t>Addition and Subtraction + -</a:t>
            </a:r>
          </a:p>
          <a:p>
            <a:pPr lvl="1"/>
            <a:r>
              <a:rPr lang="en-CA" dirty="0"/>
              <a:t>Comparisons == != &gt; &lt; &gt;= &lt;=</a:t>
            </a:r>
          </a:p>
          <a:p>
            <a:pPr lvl="1"/>
            <a:r>
              <a:rPr lang="en-CA" dirty="0"/>
              <a:t>not</a:t>
            </a:r>
          </a:p>
          <a:p>
            <a:pPr lvl="1"/>
            <a:r>
              <a:rPr lang="en-CA" dirty="0"/>
              <a:t>and</a:t>
            </a:r>
          </a:p>
          <a:p>
            <a:pPr lvl="1"/>
            <a:r>
              <a:rPr lang="en-CA" dirty="0"/>
              <a:t>or</a:t>
            </a:r>
          </a:p>
        </p:txBody>
      </p:sp>
      <p:sp>
        <p:nvSpPr>
          <p:cNvPr id="4" name="Content Placeholder 3">
            <a:extLst>
              <a:ext uri="{FF2B5EF4-FFF2-40B4-BE49-F238E27FC236}">
                <a16:creationId xmlns:a16="http://schemas.microsoft.com/office/drawing/2014/main" id="{17703184-5F46-6677-A37D-2CF66858E7E5}"/>
              </a:ext>
            </a:extLst>
          </p:cNvPr>
          <p:cNvSpPr>
            <a:spLocks noGrp="1"/>
          </p:cNvSpPr>
          <p:nvPr>
            <p:ph sz="half" idx="2"/>
          </p:nvPr>
        </p:nvSpPr>
        <p:spPr/>
        <p:txBody>
          <a:bodyPr>
            <a:normAutofit fontScale="92500" lnSpcReduction="20000"/>
          </a:bodyPr>
          <a:lstStyle/>
          <a:p>
            <a:r>
              <a:rPr lang="en-CA" dirty="0"/>
              <a:t>Example:</a:t>
            </a:r>
          </a:p>
          <a:p>
            <a:pPr marL="228600" lvl="1" indent="0">
              <a:buNone/>
            </a:pPr>
            <a:r>
              <a:rPr lang="en-CA" dirty="0"/>
              <a:t>SET balance to 100 </a:t>
            </a:r>
          </a:p>
          <a:p>
            <a:pPr marL="228600" lvl="1" indent="0">
              <a:buNone/>
            </a:pPr>
            <a:r>
              <a:rPr lang="en-CA" dirty="0"/>
              <a:t>SET amount to 60: </a:t>
            </a:r>
          </a:p>
          <a:p>
            <a:endParaRPr lang="en-CA" dirty="0"/>
          </a:p>
          <a:p>
            <a:pPr marL="228600" lvl="1" indent="0">
              <a:buNone/>
            </a:pPr>
            <a:r>
              <a:rPr lang="en-CA" dirty="0"/>
              <a:t>balance - 20 &gt;= amount </a:t>
            </a:r>
            <a:r>
              <a:rPr lang="en-CA" b="1" dirty="0"/>
              <a:t>and</a:t>
            </a:r>
            <a:r>
              <a:rPr lang="en-CA" dirty="0"/>
              <a:t> amount &gt; 0</a:t>
            </a:r>
          </a:p>
          <a:p>
            <a:pPr marL="228600" lvl="1" indent="0">
              <a:buNone/>
            </a:pPr>
            <a:r>
              <a:rPr lang="en-CA" dirty="0"/>
              <a:t>80 &gt;= 60 </a:t>
            </a:r>
            <a:r>
              <a:rPr lang="en-CA" b="1" dirty="0"/>
              <a:t>and</a:t>
            </a:r>
            <a:r>
              <a:rPr lang="en-CA" dirty="0"/>
              <a:t> 60 &gt; 0</a:t>
            </a:r>
          </a:p>
          <a:p>
            <a:pPr marL="228600" lvl="1" indent="0">
              <a:buNone/>
            </a:pPr>
            <a:r>
              <a:rPr lang="en-CA" dirty="0"/>
              <a:t>True </a:t>
            </a:r>
            <a:r>
              <a:rPr lang="en-CA" b="1" dirty="0"/>
              <a:t>and</a:t>
            </a:r>
            <a:r>
              <a:rPr lang="en-CA" dirty="0"/>
              <a:t> True</a:t>
            </a:r>
          </a:p>
          <a:p>
            <a:pPr marL="228600" lvl="1" indent="0">
              <a:buNone/>
            </a:pPr>
            <a:r>
              <a:rPr lang="en-CA" dirty="0"/>
              <a:t>True</a:t>
            </a:r>
          </a:p>
          <a:p>
            <a:endParaRPr lang="en-CA" dirty="0"/>
          </a:p>
        </p:txBody>
      </p:sp>
    </p:spTree>
    <p:extLst>
      <p:ext uri="{BB962C8B-B14F-4D97-AF65-F5344CB8AC3E}">
        <p14:creationId xmlns:p14="http://schemas.microsoft.com/office/powerpoint/2010/main" val="828250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B9C1D-4D78-64DC-91F5-64BE86DB3210}"/>
              </a:ext>
            </a:extLst>
          </p:cNvPr>
          <p:cNvSpPr>
            <a:spLocks noGrp="1"/>
          </p:cNvSpPr>
          <p:nvPr>
            <p:ph type="title"/>
          </p:nvPr>
        </p:nvSpPr>
        <p:spPr/>
        <p:txBody>
          <a:bodyPr/>
          <a:lstStyle/>
          <a:p>
            <a:r>
              <a:rPr lang="en-US" dirty="0"/>
              <a:t>Quick Hitters</a:t>
            </a:r>
          </a:p>
        </p:txBody>
      </p:sp>
      <p:sp>
        <p:nvSpPr>
          <p:cNvPr id="3" name="Content Placeholder 2">
            <a:extLst>
              <a:ext uri="{FF2B5EF4-FFF2-40B4-BE49-F238E27FC236}">
                <a16:creationId xmlns:a16="http://schemas.microsoft.com/office/drawing/2014/main" id="{6CE38026-67C0-3152-BFAF-A93FD8654DCB}"/>
              </a:ext>
            </a:extLst>
          </p:cNvPr>
          <p:cNvSpPr>
            <a:spLocks noGrp="1"/>
          </p:cNvSpPr>
          <p:nvPr>
            <p:ph idx="1"/>
          </p:nvPr>
        </p:nvSpPr>
        <p:spPr/>
        <p:txBody>
          <a:bodyPr/>
          <a:lstStyle/>
          <a:p>
            <a:r>
              <a:rPr lang="en-US" dirty="0"/>
              <a:t>What is the result of the expression</a:t>
            </a:r>
          </a:p>
          <a:p>
            <a:endParaRPr lang="en-US" dirty="0"/>
          </a:p>
        </p:txBody>
      </p:sp>
      <p:sp>
        <p:nvSpPr>
          <p:cNvPr id="4" name="TextBox 3">
            <a:extLst>
              <a:ext uri="{FF2B5EF4-FFF2-40B4-BE49-F238E27FC236}">
                <a16:creationId xmlns:a16="http://schemas.microsoft.com/office/drawing/2014/main" id="{EB9307D8-E94F-804E-1E7E-803F428E7BF5}"/>
              </a:ext>
            </a:extLst>
          </p:cNvPr>
          <p:cNvSpPr txBox="1"/>
          <p:nvPr/>
        </p:nvSpPr>
        <p:spPr>
          <a:xfrm>
            <a:off x="3360717" y="3241964"/>
            <a:ext cx="5285421" cy="1477328"/>
          </a:xfrm>
          <a:prstGeom prst="rect">
            <a:avLst/>
          </a:prstGeom>
          <a:noFill/>
        </p:spPr>
        <p:txBody>
          <a:bodyPr wrap="none" rtlCol="0">
            <a:spAutoFit/>
          </a:bodyPr>
          <a:lstStyle/>
          <a:p>
            <a:r>
              <a:rPr lang="en-CA" dirty="0">
                <a:latin typeface="Courier New" panose="02070309020205020404" pitchFamily="49" charset="0"/>
                <a:cs typeface="Courier New" panose="02070309020205020404" pitchFamily="49" charset="0"/>
              </a:rPr>
              <a:t>42 != 42</a:t>
            </a:r>
          </a:p>
          <a:p>
            <a:r>
              <a:rPr lang="en-CA" dirty="0">
                <a:latin typeface="Courier New" panose="02070309020205020404" pitchFamily="49" charset="0"/>
                <a:cs typeface="Courier New" panose="02070309020205020404" pitchFamily="49" charset="0"/>
              </a:rPr>
              <a:t>42 &lt;= 42</a:t>
            </a:r>
          </a:p>
          <a:p>
            <a:r>
              <a:rPr lang="en-CA" dirty="0">
                <a:latin typeface="Courier New" panose="02070309020205020404" pitchFamily="49" charset="0"/>
                <a:cs typeface="Courier New" panose="02070309020205020404" pitchFamily="49" charset="0"/>
              </a:rPr>
              <a:t>“A” &lt; “A” or “BB” &lt; “BBB” </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1 – 1 &gt; 0 and -2 &gt; 0</a:t>
            </a:r>
            <a:endParaRPr lang="en-CA" dirty="0">
              <a:latin typeface="Courier New" panose="02070309020205020404" pitchFamily="49" charset="0"/>
              <a:cs typeface="Courier New" panose="02070309020205020404" pitchFamily="49" charset="0"/>
            </a:endParaRPr>
          </a:p>
          <a:p>
            <a:r>
              <a:rPr lang="en-CA" dirty="0" err="1">
                <a:latin typeface="Courier New" panose="02070309020205020404" pitchFamily="49" charset="0"/>
                <a:cs typeface="Courier New" panose="02070309020205020404" pitchFamily="49" charset="0"/>
              </a:rPr>
              <a:t>len</a:t>
            </a:r>
            <a:r>
              <a:rPr lang="en-CA" dirty="0">
                <a:latin typeface="Courier New" panose="02070309020205020404" pitchFamily="49" charset="0"/>
                <a:cs typeface="Courier New" panose="02070309020205020404" pitchFamily="49" charset="0"/>
              </a:rPr>
              <a:t>(“ABC”) &gt; 0 and not </a:t>
            </a:r>
            <a:r>
              <a:rPr lang="en-CA" dirty="0" err="1">
                <a:latin typeface="Courier New" panose="02070309020205020404" pitchFamily="49" charset="0"/>
                <a:cs typeface="Courier New" panose="02070309020205020404" pitchFamily="49" charset="0"/>
              </a:rPr>
              <a:t>len</a:t>
            </a:r>
            <a:r>
              <a:rPr lang="en-CA" dirty="0">
                <a:latin typeface="Courier New" panose="02070309020205020404" pitchFamily="49" charset="0"/>
                <a:cs typeface="Courier New" panose="02070309020205020404" pitchFamily="49" charset="0"/>
              </a:rPr>
              <a:t>(“ABC”) &lt; 2</a:t>
            </a:r>
            <a:endParaRPr lang="en-US"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8E91F33D-DB99-E1CA-89BE-EAA8B764AAEC}"/>
              </a:ext>
            </a:extLst>
          </p:cNvPr>
          <p:cNvSpPr txBox="1"/>
          <p:nvPr/>
        </p:nvSpPr>
        <p:spPr>
          <a:xfrm>
            <a:off x="1846071" y="5855327"/>
            <a:ext cx="6800067" cy="369332"/>
          </a:xfrm>
          <a:prstGeom prst="rect">
            <a:avLst/>
          </a:prstGeom>
          <a:noFill/>
        </p:spPr>
        <p:txBody>
          <a:bodyPr wrap="none" rtlCol="0">
            <a:spAutoFit/>
          </a:bodyPr>
          <a:lstStyle/>
          <a:p>
            <a:r>
              <a:rPr lang="en-US" dirty="0"/>
              <a:t>*Logical operators have a lower precedence than Relational operators </a:t>
            </a:r>
          </a:p>
        </p:txBody>
      </p:sp>
    </p:spTree>
    <p:extLst>
      <p:ext uri="{BB962C8B-B14F-4D97-AF65-F5344CB8AC3E}">
        <p14:creationId xmlns:p14="http://schemas.microsoft.com/office/powerpoint/2010/main" val="4224106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64C55-4B64-48EE-F266-6943325E0176}"/>
              </a:ext>
            </a:extLst>
          </p:cNvPr>
          <p:cNvSpPr>
            <a:spLocks noGrp="1"/>
          </p:cNvSpPr>
          <p:nvPr>
            <p:ph type="title"/>
          </p:nvPr>
        </p:nvSpPr>
        <p:spPr/>
        <p:txBody>
          <a:bodyPr/>
          <a:lstStyle/>
          <a:p>
            <a:r>
              <a:rPr lang="en-US" dirty="0"/>
              <a:t>Conditional Statements</a:t>
            </a:r>
          </a:p>
        </p:txBody>
      </p:sp>
      <p:sp>
        <p:nvSpPr>
          <p:cNvPr id="3" name="Content Placeholder 2">
            <a:extLst>
              <a:ext uri="{FF2B5EF4-FFF2-40B4-BE49-F238E27FC236}">
                <a16:creationId xmlns:a16="http://schemas.microsoft.com/office/drawing/2014/main" id="{9D020179-0F5C-204D-D6D2-DABAE2ED2B53}"/>
              </a:ext>
            </a:extLst>
          </p:cNvPr>
          <p:cNvSpPr>
            <a:spLocks noGrp="1"/>
          </p:cNvSpPr>
          <p:nvPr>
            <p:ph idx="1"/>
          </p:nvPr>
        </p:nvSpPr>
        <p:spPr>
          <a:xfrm>
            <a:off x="2231135" y="2638044"/>
            <a:ext cx="8656997" cy="1663023"/>
          </a:xfrm>
        </p:spPr>
        <p:txBody>
          <a:bodyPr>
            <a:normAutofit lnSpcReduction="10000"/>
          </a:bodyPr>
          <a:lstStyle/>
          <a:p>
            <a:r>
              <a:rPr lang="en-US" sz="2400" dirty="0"/>
              <a:t>Uses a Boolean expression to determine which statements are executed next (or not executed at all)</a:t>
            </a:r>
          </a:p>
          <a:p>
            <a:r>
              <a:rPr lang="en-US" sz="2400" dirty="0"/>
              <a:t>Programmers use these to program decision logic</a:t>
            </a:r>
          </a:p>
          <a:p>
            <a:r>
              <a:rPr lang="en-US" sz="2400" dirty="0"/>
              <a:t>Main types of Conditional Statements:</a:t>
            </a:r>
          </a:p>
        </p:txBody>
      </p:sp>
      <p:sp>
        <p:nvSpPr>
          <p:cNvPr id="4" name="TextBox 3">
            <a:extLst>
              <a:ext uri="{FF2B5EF4-FFF2-40B4-BE49-F238E27FC236}">
                <a16:creationId xmlns:a16="http://schemas.microsoft.com/office/drawing/2014/main" id="{67768C13-D044-FF4F-BE84-A92B55C65F03}"/>
              </a:ext>
            </a:extLst>
          </p:cNvPr>
          <p:cNvSpPr txBox="1"/>
          <p:nvPr/>
        </p:nvSpPr>
        <p:spPr>
          <a:xfrm>
            <a:off x="1995768" y="4927599"/>
            <a:ext cx="1680268" cy="461665"/>
          </a:xfrm>
          <a:prstGeom prst="rect">
            <a:avLst/>
          </a:prstGeom>
          <a:noFill/>
          <a:ln>
            <a:solidFill>
              <a:srgbClr val="404040"/>
            </a:solidFill>
          </a:ln>
        </p:spPr>
        <p:txBody>
          <a:bodyPr wrap="none" rtlCol="0">
            <a:spAutoFit/>
          </a:bodyPr>
          <a:lstStyle/>
          <a:p>
            <a:r>
              <a:rPr lang="en-US" sz="2400" dirty="0"/>
              <a:t>if Statement</a:t>
            </a:r>
          </a:p>
        </p:txBody>
      </p:sp>
      <p:sp>
        <p:nvSpPr>
          <p:cNvPr id="5" name="TextBox 4">
            <a:extLst>
              <a:ext uri="{FF2B5EF4-FFF2-40B4-BE49-F238E27FC236}">
                <a16:creationId xmlns:a16="http://schemas.microsoft.com/office/drawing/2014/main" id="{B18E94BA-A175-978D-A28B-0B4C27730327}"/>
              </a:ext>
            </a:extLst>
          </p:cNvPr>
          <p:cNvSpPr txBox="1"/>
          <p:nvPr/>
        </p:nvSpPr>
        <p:spPr>
          <a:xfrm>
            <a:off x="4605868" y="4932063"/>
            <a:ext cx="2260555" cy="461665"/>
          </a:xfrm>
          <a:prstGeom prst="rect">
            <a:avLst/>
          </a:prstGeom>
          <a:noFill/>
          <a:ln>
            <a:solidFill>
              <a:srgbClr val="404040"/>
            </a:solidFill>
          </a:ln>
        </p:spPr>
        <p:txBody>
          <a:bodyPr wrap="none" rtlCol="0">
            <a:spAutoFit/>
          </a:bodyPr>
          <a:lstStyle/>
          <a:p>
            <a:r>
              <a:rPr lang="en-US" sz="2400" dirty="0"/>
              <a:t>if-else Statement</a:t>
            </a:r>
          </a:p>
        </p:txBody>
      </p:sp>
      <p:sp>
        <p:nvSpPr>
          <p:cNvPr id="6" name="TextBox 5">
            <a:extLst>
              <a:ext uri="{FF2B5EF4-FFF2-40B4-BE49-F238E27FC236}">
                <a16:creationId xmlns:a16="http://schemas.microsoft.com/office/drawing/2014/main" id="{0B0BCBD3-7203-F9DA-E85D-C5E0B89B32E4}"/>
              </a:ext>
            </a:extLst>
          </p:cNvPr>
          <p:cNvSpPr txBox="1"/>
          <p:nvPr/>
        </p:nvSpPr>
        <p:spPr>
          <a:xfrm>
            <a:off x="7467600" y="4927599"/>
            <a:ext cx="2728632" cy="461665"/>
          </a:xfrm>
          <a:prstGeom prst="rect">
            <a:avLst/>
          </a:prstGeom>
          <a:noFill/>
          <a:ln>
            <a:solidFill>
              <a:srgbClr val="404040"/>
            </a:solidFill>
          </a:ln>
        </p:spPr>
        <p:txBody>
          <a:bodyPr wrap="none" rtlCol="0">
            <a:spAutoFit/>
          </a:bodyPr>
          <a:lstStyle/>
          <a:p>
            <a:r>
              <a:rPr lang="en-US" sz="2400" dirty="0"/>
              <a:t>If-</a:t>
            </a:r>
            <a:r>
              <a:rPr lang="en-US" sz="2400" dirty="0" err="1"/>
              <a:t>elif</a:t>
            </a:r>
            <a:r>
              <a:rPr lang="en-US" sz="2400" dirty="0"/>
              <a:t>-else Statement</a:t>
            </a:r>
          </a:p>
        </p:txBody>
      </p:sp>
    </p:spTree>
    <p:extLst>
      <p:ext uri="{BB962C8B-B14F-4D97-AF65-F5344CB8AC3E}">
        <p14:creationId xmlns:p14="http://schemas.microsoft.com/office/powerpoint/2010/main" val="2794325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8FF53-E8FC-3B2E-389E-0A7F0CBC6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592B7-F47A-B246-C70E-E8B72E54AB38}"/>
              </a:ext>
            </a:extLst>
          </p:cNvPr>
          <p:cNvSpPr>
            <a:spLocks noGrp="1"/>
          </p:cNvSpPr>
          <p:nvPr>
            <p:ph type="title"/>
          </p:nvPr>
        </p:nvSpPr>
        <p:spPr>
          <a:ln>
            <a:solidFill>
              <a:srgbClr val="404040"/>
            </a:solidFill>
          </a:ln>
        </p:spPr>
        <p:txBody>
          <a:bodyPr vert="horz" lIns="182880" tIns="182880" rIns="182880" bIns="182880" rtlCol="0" anchor="ctr">
            <a:normAutofit/>
          </a:bodyPr>
          <a:lstStyle/>
          <a:p>
            <a:r>
              <a:rPr lang="en-US" dirty="0"/>
              <a:t>If statement</a:t>
            </a:r>
          </a:p>
        </p:txBody>
      </p:sp>
      <p:sp>
        <p:nvSpPr>
          <p:cNvPr id="7" name="TextBox 6">
            <a:extLst>
              <a:ext uri="{FF2B5EF4-FFF2-40B4-BE49-F238E27FC236}">
                <a16:creationId xmlns:a16="http://schemas.microsoft.com/office/drawing/2014/main" id="{47927EBA-117C-A156-2272-7B5F73892C04}"/>
              </a:ext>
            </a:extLst>
          </p:cNvPr>
          <p:cNvSpPr txBox="1"/>
          <p:nvPr/>
        </p:nvSpPr>
        <p:spPr>
          <a:xfrm>
            <a:off x="68444" y="2285474"/>
            <a:ext cx="1591293" cy="3785652"/>
          </a:xfrm>
          <a:prstGeom prst="rect">
            <a:avLst/>
          </a:prstGeom>
          <a:noFill/>
          <a:ln>
            <a:solidFill>
              <a:schemeClr val="accent1"/>
            </a:solidFill>
          </a:ln>
        </p:spPr>
        <p:txBody>
          <a:bodyPr wrap="square" rtlCol="0">
            <a:spAutoFit/>
          </a:bodyPr>
          <a:lstStyle/>
          <a:p>
            <a:r>
              <a:rPr lang="en-US" sz="2400" dirty="0"/>
              <a:t>Code that runs when the condition is True</a:t>
            </a:r>
          </a:p>
          <a:p>
            <a:endParaRPr lang="en-US" sz="2400" dirty="0"/>
          </a:p>
          <a:p>
            <a:r>
              <a:rPr lang="en-US" sz="2400" dirty="0"/>
              <a:t>Must be indented in a code block</a:t>
            </a:r>
          </a:p>
        </p:txBody>
      </p:sp>
      <p:sp>
        <p:nvSpPr>
          <p:cNvPr id="12" name="TextBox 11">
            <a:extLst>
              <a:ext uri="{FF2B5EF4-FFF2-40B4-BE49-F238E27FC236}">
                <a16:creationId xmlns:a16="http://schemas.microsoft.com/office/drawing/2014/main" id="{2C79D86B-91B4-F48F-CA4A-6BDABD1238C6}"/>
              </a:ext>
            </a:extLst>
          </p:cNvPr>
          <p:cNvSpPr txBox="1"/>
          <p:nvPr/>
        </p:nvSpPr>
        <p:spPr>
          <a:xfrm>
            <a:off x="4013083" y="2331367"/>
            <a:ext cx="3725956" cy="461665"/>
          </a:xfrm>
          <a:prstGeom prst="rect">
            <a:avLst/>
          </a:prstGeom>
          <a:noFill/>
          <a:ln>
            <a:solidFill>
              <a:schemeClr val="accent1"/>
            </a:solidFill>
          </a:ln>
        </p:spPr>
        <p:txBody>
          <a:bodyPr wrap="none" rtlCol="0">
            <a:spAutoFit/>
          </a:bodyPr>
          <a:lstStyle/>
          <a:p>
            <a:r>
              <a:rPr lang="en-US" sz="2400" dirty="0"/>
              <a:t>Boolean expression or value</a:t>
            </a:r>
          </a:p>
        </p:txBody>
      </p:sp>
      <p:grpSp>
        <p:nvGrpSpPr>
          <p:cNvPr id="22" name="Group 21">
            <a:extLst>
              <a:ext uri="{FF2B5EF4-FFF2-40B4-BE49-F238E27FC236}">
                <a16:creationId xmlns:a16="http://schemas.microsoft.com/office/drawing/2014/main" id="{9A2AA146-1ACD-E9F5-C1E5-A7955A94F2E6}"/>
              </a:ext>
            </a:extLst>
          </p:cNvPr>
          <p:cNvGrpSpPr/>
          <p:nvPr/>
        </p:nvGrpSpPr>
        <p:grpSpPr>
          <a:xfrm>
            <a:off x="2387486" y="3073281"/>
            <a:ext cx="4521200" cy="1498600"/>
            <a:chOff x="3835400" y="3054350"/>
            <a:chExt cx="4521200" cy="1498600"/>
          </a:xfrm>
        </p:grpSpPr>
        <p:pic>
          <p:nvPicPr>
            <p:cNvPr id="3" name="Picture 2">
              <a:extLst>
                <a:ext uri="{FF2B5EF4-FFF2-40B4-BE49-F238E27FC236}">
                  <a16:creationId xmlns:a16="http://schemas.microsoft.com/office/drawing/2014/main" id="{6250B2D5-6C2B-8B17-4ECC-7D5DC11F6F9D}"/>
                </a:ext>
              </a:extLst>
            </p:cNvPr>
            <p:cNvPicPr>
              <a:picLocks noChangeAspect="1"/>
            </p:cNvPicPr>
            <p:nvPr/>
          </p:nvPicPr>
          <p:blipFill>
            <a:blip r:embed="rId2"/>
            <a:stretch>
              <a:fillRect/>
            </a:stretch>
          </p:blipFill>
          <p:spPr>
            <a:xfrm>
              <a:off x="3835400" y="3054350"/>
              <a:ext cx="4521200" cy="749300"/>
            </a:xfrm>
            <a:prstGeom prst="rect">
              <a:avLst/>
            </a:prstGeom>
          </p:spPr>
        </p:pic>
        <p:pic>
          <p:nvPicPr>
            <p:cNvPr id="10" name="Picture 9">
              <a:extLst>
                <a:ext uri="{FF2B5EF4-FFF2-40B4-BE49-F238E27FC236}">
                  <a16:creationId xmlns:a16="http://schemas.microsoft.com/office/drawing/2014/main" id="{92851595-C474-305E-7DD3-CEECBB9B6A2F}"/>
                </a:ext>
              </a:extLst>
            </p:cNvPr>
            <p:cNvPicPr>
              <a:picLocks noChangeAspect="1"/>
            </p:cNvPicPr>
            <p:nvPr/>
          </p:nvPicPr>
          <p:blipFill>
            <a:blip r:embed="rId3"/>
            <a:stretch>
              <a:fillRect/>
            </a:stretch>
          </p:blipFill>
          <p:spPr>
            <a:xfrm>
              <a:off x="3835400" y="3803650"/>
              <a:ext cx="4521200" cy="749300"/>
            </a:xfrm>
            <a:prstGeom prst="rect">
              <a:avLst/>
            </a:prstGeom>
          </p:spPr>
        </p:pic>
      </p:grpSp>
      <p:cxnSp>
        <p:nvCxnSpPr>
          <p:cNvPr id="11" name="Straight Arrow Connector 10">
            <a:extLst>
              <a:ext uri="{FF2B5EF4-FFF2-40B4-BE49-F238E27FC236}">
                <a16:creationId xmlns:a16="http://schemas.microsoft.com/office/drawing/2014/main" id="{A01F8A3C-C661-98FA-A891-8821E85FC86D}"/>
              </a:ext>
            </a:extLst>
          </p:cNvPr>
          <p:cNvCxnSpPr>
            <a:cxnSpLocks/>
          </p:cNvCxnSpPr>
          <p:nvPr/>
        </p:nvCxnSpPr>
        <p:spPr>
          <a:xfrm flipH="1">
            <a:off x="3538951" y="2757190"/>
            <a:ext cx="2025260" cy="321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F91109F0-4E09-93AB-5EA6-9DA53A32E6D7}"/>
              </a:ext>
            </a:extLst>
          </p:cNvPr>
          <p:cNvCxnSpPr>
            <a:cxnSpLocks/>
          </p:cNvCxnSpPr>
          <p:nvPr/>
        </p:nvCxnSpPr>
        <p:spPr>
          <a:xfrm>
            <a:off x="716444" y="3429000"/>
            <a:ext cx="2523067" cy="177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0EDB37C-1FEA-5D6E-C761-E85F1F77C2AE}"/>
              </a:ext>
            </a:extLst>
          </p:cNvPr>
          <p:cNvCxnSpPr/>
          <p:nvPr/>
        </p:nvCxnSpPr>
        <p:spPr>
          <a:xfrm flipH="1" flipV="1">
            <a:off x="2743199" y="4552950"/>
            <a:ext cx="711200" cy="1221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E7B598A-0E26-00CC-0619-78ECFE7D5FDA}"/>
              </a:ext>
            </a:extLst>
          </p:cNvPr>
          <p:cNvSpPr txBox="1"/>
          <p:nvPr/>
        </p:nvSpPr>
        <p:spPr>
          <a:xfrm>
            <a:off x="2394146" y="5708642"/>
            <a:ext cx="6075702" cy="461665"/>
          </a:xfrm>
          <a:prstGeom prst="rect">
            <a:avLst/>
          </a:prstGeom>
          <a:noFill/>
          <a:ln>
            <a:solidFill>
              <a:schemeClr val="accent1"/>
            </a:solidFill>
          </a:ln>
        </p:spPr>
        <p:txBody>
          <a:bodyPr wrap="none" rtlCol="0">
            <a:spAutoFit/>
          </a:bodyPr>
          <a:lstStyle/>
          <a:p>
            <a:r>
              <a:rPr lang="en-US" sz="2400" dirty="0"/>
              <a:t>End of indentation indicates end of the if block </a:t>
            </a:r>
          </a:p>
        </p:txBody>
      </p:sp>
      <p:sp>
        <p:nvSpPr>
          <p:cNvPr id="18" name="Rectangle 17">
            <a:extLst>
              <a:ext uri="{FF2B5EF4-FFF2-40B4-BE49-F238E27FC236}">
                <a16:creationId xmlns:a16="http://schemas.microsoft.com/office/drawing/2014/main" id="{FDDA1FA9-DB54-EDEF-F4FD-1A573F4E45A4}"/>
              </a:ext>
            </a:extLst>
          </p:cNvPr>
          <p:cNvSpPr/>
          <p:nvPr/>
        </p:nvSpPr>
        <p:spPr>
          <a:xfrm>
            <a:off x="8862922" y="2422742"/>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1</a:t>
            </a:r>
          </a:p>
        </p:txBody>
      </p:sp>
      <p:sp>
        <p:nvSpPr>
          <p:cNvPr id="19" name="Diamond 18">
            <a:extLst>
              <a:ext uri="{FF2B5EF4-FFF2-40B4-BE49-F238E27FC236}">
                <a16:creationId xmlns:a16="http://schemas.microsoft.com/office/drawing/2014/main" id="{E0B3ED39-EF15-3231-FBB0-E94317F48B3C}"/>
              </a:ext>
            </a:extLst>
          </p:cNvPr>
          <p:cNvSpPr/>
          <p:nvPr/>
        </p:nvSpPr>
        <p:spPr>
          <a:xfrm>
            <a:off x="8603139" y="3698412"/>
            <a:ext cx="2266303" cy="87346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condition</a:t>
            </a:r>
          </a:p>
        </p:txBody>
      </p:sp>
      <p:sp>
        <p:nvSpPr>
          <p:cNvPr id="24" name="Rectangle 23">
            <a:extLst>
              <a:ext uri="{FF2B5EF4-FFF2-40B4-BE49-F238E27FC236}">
                <a16:creationId xmlns:a16="http://schemas.microsoft.com/office/drawing/2014/main" id="{2576399C-BCC1-FAF5-2C49-116007E39F78}"/>
              </a:ext>
            </a:extLst>
          </p:cNvPr>
          <p:cNvSpPr/>
          <p:nvPr/>
        </p:nvSpPr>
        <p:spPr>
          <a:xfrm>
            <a:off x="8862922" y="5636454"/>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3</a:t>
            </a:r>
          </a:p>
        </p:txBody>
      </p:sp>
      <p:sp>
        <p:nvSpPr>
          <p:cNvPr id="25" name="Rectangle 24">
            <a:extLst>
              <a:ext uri="{FF2B5EF4-FFF2-40B4-BE49-F238E27FC236}">
                <a16:creationId xmlns:a16="http://schemas.microsoft.com/office/drawing/2014/main" id="{C190AE5D-D40D-B47A-1655-9C7C3A92189F}"/>
              </a:ext>
            </a:extLst>
          </p:cNvPr>
          <p:cNvSpPr/>
          <p:nvPr/>
        </p:nvSpPr>
        <p:spPr>
          <a:xfrm>
            <a:off x="10044106" y="4656550"/>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2</a:t>
            </a:r>
          </a:p>
        </p:txBody>
      </p:sp>
      <p:cxnSp>
        <p:nvCxnSpPr>
          <p:cNvPr id="26" name="Straight Arrow Connector 25">
            <a:extLst>
              <a:ext uri="{FF2B5EF4-FFF2-40B4-BE49-F238E27FC236}">
                <a16:creationId xmlns:a16="http://schemas.microsoft.com/office/drawing/2014/main" id="{0D9CF446-3366-D411-02A0-2559E9B04738}"/>
              </a:ext>
            </a:extLst>
          </p:cNvPr>
          <p:cNvCxnSpPr>
            <a:cxnSpLocks/>
            <a:stCxn id="18" idx="2"/>
            <a:endCxn id="19" idx="0"/>
          </p:cNvCxnSpPr>
          <p:nvPr/>
        </p:nvCxnSpPr>
        <p:spPr>
          <a:xfrm>
            <a:off x="9736291" y="2969074"/>
            <a:ext cx="0" cy="7293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30">
            <a:extLst>
              <a:ext uri="{FF2B5EF4-FFF2-40B4-BE49-F238E27FC236}">
                <a16:creationId xmlns:a16="http://schemas.microsoft.com/office/drawing/2014/main" id="{A6D16022-F59E-6972-19EA-9CAD61E8B367}"/>
              </a:ext>
            </a:extLst>
          </p:cNvPr>
          <p:cNvCxnSpPr>
            <a:cxnSpLocks/>
            <a:stCxn id="19" idx="3"/>
            <a:endCxn id="25" idx="0"/>
          </p:cNvCxnSpPr>
          <p:nvPr/>
        </p:nvCxnSpPr>
        <p:spPr>
          <a:xfrm>
            <a:off x="10869442" y="4135147"/>
            <a:ext cx="48033" cy="52140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6F373FF-13DC-365F-08FC-1D0BC4A3D75F}"/>
              </a:ext>
            </a:extLst>
          </p:cNvPr>
          <p:cNvCxnSpPr>
            <a:cxnSpLocks/>
            <a:stCxn id="19" idx="2"/>
            <a:endCxn id="24" idx="0"/>
          </p:cNvCxnSpPr>
          <p:nvPr/>
        </p:nvCxnSpPr>
        <p:spPr>
          <a:xfrm>
            <a:off x="9736291" y="4571881"/>
            <a:ext cx="0" cy="10645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42">
            <a:extLst>
              <a:ext uri="{FF2B5EF4-FFF2-40B4-BE49-F238E27FC236}">
                <a16:creationId xmlns:a16="http://schemas.microsoft.com/office/drawing/2014/main" id="{1B2CD564-0166-E494-041B-28EC29E4A5D2}"/>
              </a:ext>
            </a:extLst>
          </p:cNvPr>
          <p:cNvCxnSpPr>
            <a:cxnSpLocks/>
            <a:stCxn id="25" idx="2"/>
          </p:cNvCxnSpPr>
          <p:nvPr/>
        </p:nvCxnSpPr>
        <p:spPr>
          <a:xfrm rot="5400000">
            <a:off x="10201461" y="4737712"/>
            <a:ext cx="250845" cy="118118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F9C9971-FBE8-59F5-A39C-E86FD44873D4}"/>
              </a:ext>
            </a:extLst>
          </p:cNvPr>
          <p:cNvSpPr txBox="1"/>
          <p:nvPr/>
        </p:nvSpPr>
        <p:spPr>
          <a:xfrm>
            <a:off x="10938301" y="4137564"/>
            <a:ext cx="735651" cy="369332"/>
          </a:xfrm>
          <a:prstGeom prst="rect">
            <a:avLst/>
          </a:prstGeom>
          <a:noFill/>
        </p:spPr>
        <p:txBody>
          <a:bodyPr wrap="none" rtlCol="0">
            <a:spAutoFit/>
          </a:bodyPr>
          <a:lstStyle/>
          <a:p>
            <a:r>
              <a:rPr lang="en-CA" dirty="0"/>
              <a:t>TRUE</a:t>
            </a:r>
          </a:p>
        </p:txBody>
      </p:sp>
      <p:sp>
        <p:nvSpPr>
          <p:cNvPr id="31" name="TextBox 30">
            <a:extLst>
              <a:ext uri="{FF2B5EF4-FFF2-40B4-BE49-F238E27FC236}">
                <a16:creationId xmlns:a16="http://schemas.microsoft.com/office/drawing/2014/main" id="{D9BD2EA7-2353-F994-1A5F-AA4626329D9B}"/>
              </a:ext>
            </a:extLst>
          </p:cNvPr>
          <p:cNvSpPr txBox="1"/>
          <p:nvPr/>
        </p:nvSpPr>
        <p:spPr>
          <a:xfrm>
            <a:off x="8931781" y="4919501"/>
            <a:ext cx="771109" cy="369332"/>
          </a:xfrm>
          <a:prstGeom prst="rect">
            <a:avLst/>
          </a:prstGeom>
          <a:noFill/>
        </p:spPr>
        <p:txBody>
          <a:bodyPr wrap="none" rtlCol="0">
            <a:spAutoFit/>
          </a:bodyPr>
          <a:lstStyle/>
          <a:p>
            <a:r>
              <a:rPr lang="en-CA" dirty="0"/>
              <a:t>FALSE</a:t>
            </a:r>
          </a:p>
        </p:txBody>
      </p:sp>
    </p:spTree>
    <p:extLst>
      <p:ext uri="{BB962C8B-B14F-4D97-AF65-F5344CB8AC3E}">
        <p14:creationId xmlns:p14="http://schemas.microsoft.com/office/powerpoint/2010/main" val="1107331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C0CE41-5A20-E9D2-05BA-8A62C049DFFB}"/>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dirty="0"/>
              <a:t>Example</a:t>
            </a:r>
          </a:p>
        </p:txBody>
      </p:sp>
      <p:pic>
        <p:nvPicPr>
          <p:cNvPr id="4" name="Content Placeholder 3">
            <a:extLst>
              <a:ext uri="{FF2B5EF4-FFF2-40B4-BE49-F238E27FC236}">
                <a16:creationId xmlns:a16="http://schemas.microsoft.com/office/drawing/2014/main" id="{B25744CB-08A8-B8CA-70AE-A1BD92748DF4}"/>
              </a:ext>
            </a:extLst>
          </p:cNvPr>
          <p:cNvPicPr>
            <a:picLocks noGrp="1" noChangeAspect="1"/>
          </p:cNvPicPr>
          <p:nvPr>
            <p:ph idx="1"/>
          </p:nvPr>
        </p:nvPicPr>
        <p:blipFill>
          <a:blip r:embed="rId2"/>
          <a:stretch>
            <a:fillRect/>
          </a:stretch>
        </p:blipFill>
        <p:spPr>
          <a:xfrm>
            <a:off x="6015752" y="640080"/>
            <a:ext cx="4814792" cy="5263134"/>
          </a:xfrm>
          <a:prstGeom prst="rect">
            <a:avLst/>
          </a:prstGeom>
        </p:spPr>
      </p:pic>
    </p:spTree>
    <p:extLst>
      <p:ext uri="{BB962C8B-B14F-4D97-AF65-F5344CB8AC3E}">
        <p14:creationId xmlns:p14="http://schemas.microsoft.com/office/powerpoint/2010/main" val="3559814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3409F7-5335-D558-04FB-F90D8FE5D369}"/>
              </a:ext>
            </a:extLst>
          </p:cNvPr>
          <p:cNvSpPr>
            <a:spLocks noGrp="1"/>
          </p:cNvSpPr>
          <p:nvPr>
            <p:ph type="title"/>
          </p:nvPr>
        </p:nvSpPr>
        <p:spPr>
          <a:xfrm>
            <a:off x="1718871" y="169750"/>
            <a:ext cx="7729728" cy="1188720"/>
          </a:xfrm>
          <a:ln>
            <a:solidFill>
              <a:srgbClr val="404040"/>
            </a:solidFill>
          </a:ln>
        </p:spPr>
        <p:txBody>
          <a:bodyPr vert="horz" lIns="182880" tIns="182880" rIns="182880" bIns="182880" rtlCol="0" anchor="ctr">
            <a:normAutofit/>
          </a:bodyPr>
          <a:lstStyle/>
          <a:p>
            <a:r>
              <a:rPr lang="en-US" dirty="0"/>
              <a:t>If-Else statement</a:t>
            </a:r>
          </a:p>
        </p:txBody>
      </p:sp>
      <p:pic>
        <p:nvPicPr>
          <p:cNvPr id="4" name="Content Placeholder 3" descr="A close-up of a sign&#10;&#10;AI-generated content may be incorrect.">
            <a:extLst>
              <a:ext uri="{FF2B5EF4-FFF2-40B4-BE49-F238E27FC236}">
                <a16:creationId xmlns:a16="http://schemas.microsoft.com/office/drawing/2014/main" id="{5FD73F5C-51F8-7041-A9A1-6643214228C4}"/>
              </a:ext>
            </a:extLst>
          </p:cNvPr>
          <p:cNvPicPr>
            <a:picLocks noGrp="1" noChangeAspect="1"/>
          </p:cNvPicPr>
          <p:nvPr>
            <p:ph idx="1"/>
          </p:nvPr>
        </p:nvPicPr>
        <p:blipFill>
          <a:blip r:embed="rId2"/>
          <a:stretch>
            <a:fillRect/>
          </a:stretch>
        </p:blipFill>
        <p:spPr>
          <a:xfrm>
            <a:off x="2950599" y="2482596"/>
            <a:ext cx="6302476" cy="2930652"/>
          </a:xfrm>
          <a:prstGeom prst="rect">
            <a:avLst/>
          </a:prstGeom>
        </p:spPr>
      </p:pic>
      <p:cxnSp>
        <p:nvCxnSpPr>
          <p:cNvPr id="6" name="Straight Arrow Connector 5">
            <a:extLst>
              <a:ext uri="{FF2B5EF4-FFF2-40B4-BE49-F238E27FC236}">
                <a16:creationId xmlns:a16="http://schemas.microsoft.com/office/drawing/2014/main" id="{D9EC7E47-CDEE-AAEF-017B-A13E77B9A6DA}"/>
              </a:ext>
            </a:extLst>
          </p:cNvPr>
          <p:cNvCxnSpPr>
            <a:cxnSpLocks/>
          </p:cNvCxnSpPr>
          <p:nvPr/>
        </p:nvCxnSpPr>
        <p:spPr>
          <a:xfrm flipV="1">
            <a:off x="2032000" y="3325091"/>
            <a:ext cx="2076862" cy="103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0F94ADC-DB2E-39F7-5B06-0F9CA3820C64}"/>
              </a:ext>
            </a:extLst>
          </p:cNvPr>
          <p:cNvSpPr txBox="1"/>
          <p:nvPr/>
        </p:nvSpPr>
        <p:spPr>
          <a:xfrm>
            <a:off x="1163782" y="3135085"/>
            <a:ext cx="1591293" cy="2308324"/>
          </a:xfrm>
          <a:prstGeom prst="rect">
            <a:avLst/>
          </a:prstGeom>
          <a:noFill/>
        </p:spPr>
        <p:txBody>
          <a:bodyPr wrap="square" rtlCol="0">
            <a:spAutoFit/>
          </a:bodyPr>
          <a:lstStyle/>
          <a:p>
            <a:r>
              <a:rPr lang="en-US" dirty="0"/>
              <a:t>Code that runs when the condition is True</a:t>
            </a:r>
          </a:p>
          <a:p>
            <a:endParaRPr lang="en-US" dirty="0"/>
          </a:p>
          <a:p>
            <a:r>
              <a:rPr lang="en-US" dirty="0"/>
              <a:t>Must be indented in a code block</a:t>
            </a:r>
          </a:p>
        </p:txBody>
      </p:sp>
      <p:cxnSp>
        <p:nvCxnSpPr>
          <p:cNvPr id="11" name="Straight Arrow Connector 10">
            <a:extLst>
              <a:ext uri="{FF2B5EF4-FFF2-40B4-BE49-F238E27FC236}">
                <a16:creationId xmlns:a16="http://schemas.microsoft.com/office/drawing/2014/main" id="{AB553054-1A3C-2F20-1F97-6C04E54D2749}"/>
              </a:ext>
            </a:extLst>
          </p:cNvPr>
          <p:cNvCxnSpPr/>
          <p:nvPr/>
        </p:nvCxnSpPr>
        <p:spPr>
          <a:xfrm flipH="1">
            <a:off x="5177642" y="2291938"/>
            <a:ext cx="2101932" cy="4987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C193611-AD35-3606-8DFF-037FBE23EFDC}"/>
              </a:ext>
            </a:extLst>
          </p:cNvPr>
          <p:cNvSpPr txBox="1"/>
          <p:nvPr/>
        </p:nvSpPr>
        <p:spPr>
          <a:xfrm>
            <a:off x="7279574" y="2125140"/>
            <a:ext cx="2837828" cy="369332"/>
          </a:xfrm>
          <a:prstGeom prst="rect">
            <a:avLst/>
          </a:prstGeom>
          <a:noFill/>
        </p:spPr>
        <p:txBody>
          <a:bodyPr wrap="none" rtlCol="0">
            <a:spAutoFit/>
          </a:bodyPr>
          <a:lstStyle/>
          <a:p>
            <a:r>
              <a:rPr lang="en-US" dirty="0"/>
              <a:t>Boolean expression or value</a:t>
            </a:r>
          </a:p>
        </p:txBody>
      </p:sp>
      <p:cxnSp>
        <p:nvCxnSpPr>
          <p:cNvPr id="14" name="Straight Arrow Connector 13">
            <a:extLst>
              <a:ext uri="{FF2B5EF4-FFF2-40B4-BE49-F238E27FC236}">
                <a16:creationId xmlns:a16="http://schemas.microsoft.com/office/drawing/2014/main" id="{F8E21679-5759-A142-285C-B9AEC5006E87}"/>
              </a:ext>
            </a:extLst>
          </p:cNvPr>
          <p:cNvCxnSpPr>
            <a:cxnSpLocks/>
          </p:cNvCxnSpPr>
          <p:nvPr/>
        </p:nvCxnSpPr>
        <p:spPr>
          <a:xfrm flipH="1">
            <a:off x="4298868" y="3733038"/>
            <a:ext cx="51497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2EACBB4-15D9-11C5-DFB2-958C9B8B4A19}"/>
              </a:ext>
            </a:extLst>
          </p:cNvPr>
          <p:cNvSpPr txBox="1"/>
          <p:nvPr/>
        </p:nvSpPr>
        <p:spPr>
          <a:xfrm>
            <a:off x="9239479" y="3429000"/>
            <a:ext cx="2004075" cy="369332"/>
          </a:xfrm>
          <a:prstGeom prst="rect">
            <a:avLst/>
          </a:prstGeom>
          <a:noFill/>
        </p:spPr>
        <p:txBody>
          <a:bodyPr wrap="none" rtlCol="0">
            <a:spAutoFit/>
          </a:bodyPr>
          <a:lstStyle/>
          <a:p>
            <a:r>
              <a:rPr lang="en-US" dirty="0"/>
              <a:t>The else is optional</a:t>
            </a:r>
          </a:p>
        </p:txBody>
      </p:sp>
      <p:cxnSp>
        <p:nvCxnSpPr>
          <p:cNvPr id="18" name="Straight Arrow Connector 17">
            <a:extLst>
              <a:ext uri="{FF2B5EF4-FFF2-40B4-BE49-F238E27FC236}">
                <a16:creationId xmlns:a16="http://schemas.microsoft.com/office/drawing/2014/main" id="{7E94E5A8-CA8C-0E2A-B324-7979C2ED6D30}"/>
              </a:ext>
            </a:extLst>
          </p:cNvPr>
          <p:cNvCxnSpPr/>
          <p:nvPr/>
        </p:nvCxnSpPr>
        <p:spPr>
          <a:xfrm flipH="1" flipV="1">
            <a:off x="8858992" y="4289247"/>
            <a:ext cx="819398" cy="175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E09651A-6042-05A3-0EF2-C6A4E12EDBED}"/>
              </a:ext>
            </a:extLst>
          </p:cNvPr>
          <p:cNvSpPr txBox="1"/>
          <p:nvPr/>
        </p:nvSpPr>
        <p:spPr>
          <a:xfrm>
            <a:off x="9683773" y="4071826"/>
            <a:ext cx="1270660" cy="1754326"/>
          </a:xfrm>
          <a:prstGeom prst="rect">
            <a:avLst/>
          </a:prstGeom>
          <a:noFill/>
        </p:spPr>
        <p:txBody>
          <a:bodyPr wrap="square" rtlCol="0">
            <a:spAutoFit/>
          </a:bodyPr>
          <a:lstStyle/>
          <a:p>
            <a:r>
              <a:rPr lang="en-US" dirty="0"/>
              <a:t>Code block that executes if the condition is False</a:t>
            </a:r>
          </a:p>
        </p:txBody>
      </p:sp>
    </p:spTree>
    <p:extLst>
      <p:ext uri="{BB962C8B-B14F-4D97-AF65-F5344CB8AC3E}">
        <p14:creationId xmlns:p14="http://schemas.microsoft.com/office/powerpoint/2010/main" val="2155725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17E47-5A5A-54E9-10FE-6D06EA89B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56930-E7B8-F858-0B14-CA50499DB14D}"/>
              </a:ext>
            </a:extLst>
          </p:cNvPr>
          <p:cNvSpPr>
            <a:spLocks noGrp="1"/>
          </p:cNvSpPr>
          <p:nvPr>
            <p:ph type="title"/>
          </p:nvPr>
        </p:nvSpPr>
        <p:spPr>
          <a:xfrm>
            <a:off x="1718871" y="169750"/>
            <a:ext cx="7729728" cy="1188720"/>
          </a:xfrm>
          <a:ln>
            <a:solidFill>
              <a:srgbClr val="404040"/>
            </a:solidFill>
          </a:ln>
        </p:spPr>
        <p:txBody>
          <a:bodyPr vert="horz" lIns="182880" tIns="182880" rIns="182880" bIns="182880" rtlCol="0" anchor="ctr">
            <a:normAutofit/>
          </a:bodyPr>
          <a:lstStyle/>
          <a:p>
            <a:r>
              <a:rPr lang="en-US" dirty="0"/>
              <a:t>If-Else statement</a:t>
            </a:r>
          </a:p>
        </p:txBody>
      </p:sp>
      <p:pic>
        <p:nvPicPr>
          <p:cNvPr id="4" name="Content Placeholder 3" descr="A close-up of a sign&#10;&#10;AI-generated content may be incorrect.">
            <a:extLst>
              <a:ext uri="{FF2B5EF4-FFF2-40B4-BE49-F238E27FC236}">
                <a16:creationId xmlns:a16="http://schemas.microsoft.com/office/drawing/2014/main" id="{C889629B-731A-85F9-294B-503A41674D52}"/>
              </a:ext>
            </a:extLst>
          </p:cNvPr>
          <p:cNvPicPr>
            <a:picLocks noGrp="1" noChangeAspect="1"/>
          </p:cNvPicPr>
          <p:nvPr>
            <p:ph idx="1"/>
          </p:nvPr>
        </p:nvPicPr>
        <p:blipFill>
          <a:blip r:embed="rId2"/>
          <a:stretch>
            <a:fillRect/>
          </a:stretch>
        </p:blipFill>
        <p:spPr>
          <a:xfrm>
            <a:off x="630733" y="2245529"/>
            <a:ext cx="6302476" cy="2930652"/>
          </a:xfrm>
          <a:prstGeom prst="rect">
            <a:avLst/>
          </a:prstGeom>
        </p:spPr>
      </p:pic>
      <p:sp>
        <p:nvSpPr>
          <p:cNvPr id="5" name="Rectangle 4">
            <a:extLst>
              <a:ext uri="{FF2B5EF4-FFF2-40B4-BE49-F238E27FC236}">
                <a16:creationId xmlns:a16="http://schemas.microsoft.com/office/drawing/2014/main" id="{BB5EA375-1D66-7562-4326-2C0ECED4D1BB}"/>
              </a:ext>
            </a:extLst>
          </p:cNvPr>
          <p:cNvSpPr/>
          <p:nvPr/>
        </p:nvSpPr>
        <p:spPr>
          <a:xfrm>
            <a:off x="8419577" y="1699197"/>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Statement 1</a:t>
            </a:r>
          </a:p>
        </p:txBody>
      </p:sp>
      <p:sp>
        <p:nvSpPr>
          <p:cNvPr id="6" name="Diamond 5">
            <a:extLst>
              <a:ext uri="{FF2B5EF4-FFF2-40B4-BE49-F238E27FC236}">
                <a16:creationId xmlns:a16="http://schemas.microsoft.com/office/drawing/2014/main" id="{AADD0243-0F77-7707-B0A9-FD6EB0A194BB}"/>
              </a:ext>
            </a:extLst>
          </p:cNvPr>
          <p:cNvSpPr/>
          <p:nvPr/>
        </p:nvSpPr>
        <p:spPr>
          <a:xfrm>
            <a:off x="8159794" y="2974867"/>
            <a:ext cx="2266303" cy="87346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If condition</a:t>
            </a:r>
            <a:endParaRPr lang="en-CA" dirty="0"/>
          </a:p>
        </p:txBody>
      </p:sp>
      <p:sp>
        <p:nvSpPr>
          <p:cNvPr id="7" name="Rectangle 6">
            <a:extLst>
              <a:ext uri="{FF2B5EF4-FFF2-40B4-BE49-F238E27FC236}">
                <a16:creationId xmlns:a16="http://schemas.microsoft.com/office/drawing/2014/main" id="{BA2B977C-5D1A-B37D-3F5A-1ED04B1F8CBE}"/>
              </a:ext>
            </a:extLst>
          </p:cNvPr>
          <p:cNvSpPr/>
          <p:nvPr/>
        </p:nvSpPr>
        <p:spPr>
          <a:xfrm>
            <a:off x="7073948" y="3933137"/>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Execute if block</a:t>
            </a:r>
            <a:endParaRPr lang="en-CA" dirty="0"/>
          </a:p>
        </p:txBody>
      </p:sp>
      <p:sp>
        <p:nvSpPr>
          <p:cNvPr id="8" name="Rectangle 7">
            <a:extLst>
              <a:ext uri="{FF2B5EF4-FFF2-40B4-BE49-F238E27FC236}">
                <a16:creationId xmlns:a16="http://schemas.microsoft.com/office/drawing/2014/main" id="{C99491F8-08C0-C0D5-D23F-3C4DFBB9E4FB}"/>
              </a:ext>
            </a:extLst>
          </p:cNvPr>
          <p:cNvSpPr/>
          <p:nvPr/>
        </p:nvSpPr>
        <p:spPr>
          <a:xfrm>
            <a:off x="9989412" y="3950400"/>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Execute else block</a:t>
            </a:r>
            <a:endParaRPr lang="en-CA" dirty="0"/>
          </a:p>
        </p:txBody>
      </p:sp>
      <p:cxnSp>
        <p:nvCxnSpPr>
          <p:cNvPr id="9" name="Straight Arrow Connector 8">
            <a:extLst>
              <a:ext uri="{FF2B5EF4-FFF2-40B4-BE49-F238E27FC236}">
                <a16:creationId xmlns:a16="http://schemas.microsoft.com/office/drawing/2014/main" id="{E69F02F1-E741-984B-5126-0C05876ECDFB}"/>
              </a:ext>
            </a:extLst>
          </p:cNvPr>
          <p:cNvCxnSpPr>
            <a:cxnSpLocks/>
            <a:stCxn id="5" idx="2"/>
            <a:endCxn id="6" idx="0"/>
          </p:cNvCxnSpPr>
          <p:nvPr/>
        </p:nvCxnSpPr>
        <p:spPr>
          <a:xfrm>
            <a:off x="9292946" y="2245529"/>
            <a:ext cx="0" cy="7293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30">
            <a:extLst>
              <a:ext uri="{FF2B5EF4-FFF2-40B4-BE49-F238E27FC236}">
                <a16:creationId xmlns:a16="http://schemas.microsoft.com/office/drawing/2014/main" id="{46DE8A1E-5EE6-9EC0-0D51-46EE05E0CE9A}"/>
              </a:ext>
            </a:extLst>
          </p:cNvPr>
          <p:cNvCxnSpPr>
            <a:cxnSpLocks/>
            <a:stCxn id="6" idx="1"/>
            <a:endCxn id="7" idx="0"/>
          </p:cNvCxnSpPr>
          <p:nvPr/>
        </p:nvCxnSpPr>
        <p:spPr>
          <a:xfrm rot="10800000" flipV="1">
            <a:off x="7947318" y="3411601"/>
            <a:ext cx="212477" cy="52153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42">
            <a:extLst>
              <a:ext uri="{FF2B5EF4-FFF2-40B4-BE49-F238E27FC236}">
                <a16:creationId xmlns:a16="http://schemas.microsoft.com/office/drawing/2014/main" id="{55F3AB19-45EE-F1F5-86EA-8C8A3AD9CC6A}"/>
              </a:ext>
            </a:extLst>
          </p:cNvPr>
          <p:cNvCxnSpPr>
            <a:cxnSpLocks/>
            <a:stCxn id="8" idx="2"/>
            <a:endCxn id="25" idx="3"/>
          </p:cNvCxnSpPr>
          <p:nvPr/>
        </p:nvCxnSpPr>
        <p:spPr>
          <a:xfrm rot="5400000">
            <a:off x="10030548" y="4632499"/>
            <a:ext cx="968001" cy="69646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59AE416-7C11-FD49-4868-ADDA567F233C}"/>
              </a:ext>
            </a:extLst>
          </p:cNvPr>
          <p:cNvSpPr txBox="1"/>
          <p:nvPr/>
        </p:nvSpPr>
        <p:spPr>
          <a:xfrm>
            <a:off x="7579492" y="3059668"/>
            <a:ext cx="735651" cy="369332"/>
          </a:xfrm>
          <a:prstGeom prst="rect">
            <a:avLst/>
          </a:prstGeom>
          <a:noFill/>
        </p:spPr>
        <p:txBody>
          <a:bodyPr wrap="none" rtlCol="0">
            <a:spAutoFit/>
          </a:bodyPr>
          <a:lstStyle/>
          <a:p>
            <a:r>
              <a:rPr lang="en-CA" dirty="0"/>
              <a:t>TRUE</a:t>
            </a:r>
          </a:p>
        </p:txBody>
      </p:sp>
      <p:sp>
        <p:nvSpPr>
          <p:cNvPr id="14" name="TextBox 13">
            <a:extLst>
              <a:ext uri="{FF2B5EF4-FFF2-40B4-BE49-F238E27FC236}">
                <a16:creationId xmlns:a16="http://schemas.microsoft.com/office/drawing/2014/main" id="{2CED721A-89D3-BD95-FC37-9BFC82ACBBBB}"/>
              </a:ext>
            </a:extLst>
          </p:cNvPr>
          <p:cNvSpPr txBox="1"/>
          <p:nvPr/>
        </p:nvSpPr>
        <p:spPr>
          <a:xfrm>
            <a:off x="10272189" y="3024875"/>
            <a:ext cx="771109" cy="369332"/>
          </a:xfrm>
          <a:prstGeom prst="rect">
            <a:avLst/>
          </a:prstGeom>
          <a:noFill/>
        </p:spPr>
        <p:txBody>
          <a:bodyPr wrap="none" rtlCol="0">
            <a:spAutoFit/>
          </a:bodyPr>
          <a:lstStyle/>
          <a:p>
            <a:r>
              <a:rPr lang="en-CA" dirty="0"/>
              <a:t>FALSE</a:t>
            </a:r>
          </a:p>
        </p:txBody>
      </p:sp>
      <p:cxnSp>
        <p:nvCxnSpPr>
          <p:cNvPr id="16" name="Connector: Elbow 30">
            <a:extLst>
              <a:ext uri="{FF2B5EF4-FFF2-40B4-BE49-F238E27FC236}">
                <a16:creationId xmlns:a16="http://schemas.microsoft.com/office/drawing/2014/main" id="{58C698A6-6348-B6C3-5C3E-52AE6A379075}"/>
              </a:ext>
            </a:extLst>
          </p:cNvPr>
          <p:cNvCxnSpPr>
            <a:cxnSpLocks/>
            <a:stCxn id="6" idx="3"/>
            <a:endCxn id="8" idx="0"/>
          </p:cNvCxnSpPr>
          <p:nvPr/>
        </p:nvCxnSpPr>
        <p:spPr>
          <a:xfrm>
            <a:off x="10426097" y="3411602"/>
            <a:ext cx="436684" cy="53879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20A3FA80-8653-5896-E156-83702CE3E329}"/>
              </a:ext>
            </a:extLst>
          </p:cNvPr>
          <p:cNvSpPr/>
          <p:nvPr/>
        </p:nvSpPr>
        <p:spPr>
          <a:xfrm>
            <a:off x="8419577" y="5191567"/>
            <a:ext cx="1746738" cy="5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Code after </a:t>
            </a:r>
          </a:p>
          <a:p>
            <a:pPr algn="ctr"/>
            <a:r>
              <a:rPr lang="en-CA"/>
              <a:t>If/else block</a:t>
            </a:r>
            <a:endParaRPr lang="en-CA" dirty="0"/>
          </a:p>
        </p:txBody>
      </p:sp>
      <p:cxnSp>
        <p:nvCxnSpPr>
          <p:cNvPr id="26" name="Connector: Elbow 42">
            <a:extLst>
              <a:ext uri="{FF2B5EF4-FFF2-40B4-BE49-F238E27FC236}">
                <a16:creationId xmlns:a16="http://schemas.microsoft.com/office/drawing/2014/main" id="{05893A3D-2B21-0276-1DB7-0D5E3CAC1908}"/>
              </a:ext>
            </a:extLst>
          </p:cNvPr>
          <p:cNvCxnSpPr>
            <a:cxnSpLocks/>
            <a:stCxn id="7" idx="2"/>
            <a:endCxn id="25" idx="1"/>
          </p:cNvCxnSpPr>
          <p:nvPr/>
        </p:nvCxnSpPr>
        <p:spPr>
          <a:xfrm rot="16200000" flipH="1">
            <a:off x="7690815" y="4735971"/>
            <a:ext cx="985264" cy="47226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7382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1939-BDF3-95C6-4A7B-9466D8594633}"/>
              </a:ext>
            </a:extLst>
          </p:cNvPr>
          <p:cNvSpPr>
            <a:spLocks noGrp="1"/>
          </p:cNvSpPr>
          <p:nvPr>
            <p:ph type="title"/>
          </p:nvPr>
        </p:nvSpPr>
        <p:spPr/>
        <p:txBody>
          <a:bodyPr/>
          <a:lstStyle/>
          <a:p>
            <a:r>
              <a:rPr lang="en-US" dirty="0"/>
              <a:t>Self-Check</a:t>
            </a:r>
          </a:p>
        </p:txBody>
      </p:sp>
      <p:sp>
        <p:nvSpPr>
          <p:cNvPr id="3" name="Content Placeholder 2">
            <a:extLst>
              <a:ext uri="{FF2B5EF4-FFF2-40B4-BE49-F238E27FC236}">
                <a16:creationId xmlns:a16="http://schemas.microsoft.com/office/drawing/2014/main" id="{6F2D3AD5-75F9-FF40-D48D-30FAB04CF88E}"/>
              </a:ext>
            </a:extLst>
          </p:cNvPr>
          <p:cNvSpPr>
            <a:spLocks noGrp="1"/>
          </p:cNvSpPr>
          <p:nvPr>
            <p:ph idx="1"/>
          </p:nvPr>
        </p:nvSpPr>
        <p:spPr/>
        <p:txBody>
          <a:bodyPr>
            <a:normAutofit/>
          </a:bodyPr>
          <a:lstStyle/>
          <a:p>
            <a:r>
              <a:rPr lang="en-US" sz="2400" dirty="0"/>
              <a:t>We want to detect that someone hasn’t rolled double 6’s:</a:t>
            </a:r>
          </a:p>
        </p:txBody>
      </p:sp>
      <p:pic>
        <p:nvPicPr>
          <p:cNvPr id="4" name="Picture 3">
            <a:extLst>
              <a:ext uri="{FF2B5EF4-FFF2-40B4-BE49-F238E27FC236}">
                <a16:creationId xmlns:a16="http://schemas.microsoft.com/office/drawing/2014/main" id="{0490F0A4-A336-EDC9-6FAF-658310A7E864}"/>
              </a:ext>
            </a:extLst>
          </p:cNvPr>
          <p:cNvPicPr>
            <a:picLocks noChangeAspect="1"/>
          </p:cNvPicPr>
          <p:nvPr/>
        </p:nvPicPr>
        <p:blipFill>
          <a:blip r:embed="rId2"/>
          <a:stretch>
            <a:fillRect/>
          </a:stretch>
        </p:blipFill>
        <p:spPr>
          <a:xfrm>
            <a:off x="9960864" y="3666067"/>
            <a:ext cx="1422400" cy="1422400"/>
          </a:xfrm>
          <a:prstGeom prst="rect">
            <a:avLst/>
          </a:prstGeom>
        </p:spPr>
      </p:pic>
      <p:pic>
        <p:nvPicPr>
          <p:cNvPr id="5" name="Picture 4">
            <a:extLst>
              <a:ext uri="{FF2B5EF4-FFF2-40B4-BE49-F238E27FC236}">
                <a16:creationId xmlns:a16="http://schemas.microsoft.com/office/drawing/2014/main" id="{649A9915-061B-A67B-58C3-A8BB5A5B1296}"/>
              </a:ext>
            </a:extLst>
          </p:cNvPr>
          <p:cNvPicPr>
            <a:picLocks noChangeAspect="1"/>
          </p:cNvPicPr>
          <p:nvPr/>
        </p:nvPicPr>
        <p:blipFill>
          <a:blip r:embed="rId3"/>
          <a:stretch>
            <a:fillRect/>
          </a:stretch>
        </p:blipFill>
        <p:spPr>
          <a:xfrm>
            <a:off x="2493433" y="3145367"/>
            <a:ext cx="5613400" cy="2463800"/>
          </a:xfrm>
          <a:prstGeom prst="rect">
            <a:avLst/>
          </a:prstGeom>
        </p:spPr>
      </p:pic>
      <p:sp>
        <p:nvSpPr>
          <p:cNvPr id="6" name="TextBox 5">
            <a:extLst>
              <a:ext uri="{FF2B5EF4-FFF2-40B4-BE49-F238E27FC236}">
                <a16:creationId xmlns:a16="http://schemas.microsoft.com/office/drawing/2014/main" id="{02FAF74D-41D4-249D-4DA3-96920EDDCAFF}"/>
              </a:ext>
            </a:extLst>
          </p:cNvPr>
          <p:cNvSpPr txBox="1"/>
          <p:nvPr/>
        </p:nvSpPr>
        <p:spPr>
          <a:xfrm>
            <a:off x="2493433" y="6039993"/>
            <a:ext cx="2567754" cy="461665"/>
          </a:xfrm>
          <a:prstGeom prst="rect">
            <a:avLst/>
          </a:prstGeom>
          <a:noFill/>
        </p:spPr>
        <p:txBody>
          <a:bodyPr wrap="none" rtlCol="0">
            <a:spAutoFit/>
          </a:bodyPr>
          <a:lstStyle/>
          <a:p>
            <a:r>
              <a:rPr lang="en-US" sz="2400" dirty="0"/>
              <a:t>What’s the output?</a:t>
            </a:r>
          </a:p>
        </p:txBody>
      </p:sp>
    </p:spTree>
    <p:extLst>
      <p:ext uri="{BB962C8B-B14F-4D97-AF65-F5344CB8AC3E}">
        <p14:creationId xmlns:p14="http://schemas.microsoft.com/office/powerpoint/2010/main" val="4116789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13F63-C8F9-7A24-E735-061C106AB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8EA20-C8DC-4E39-5AFC-5EA58C7DAF3B}"/>
              </a:ext>
            </a:extLst>
          </p:cNvPr>
          <p:cNvSpPr>
            <a:spLocks noGrp="1"/>
          </p:cNvSpPr>
          <p:nvPr>
            <p:ph type="title"/>
          </p:nvPr>
        </p:nvSpPr>
        <p:spPr/>
        <p:txBody>
          <a:bodyPr/>
          <a:lstStyle/>
          <a:p>
            <a:r>
              <a:rPr lang="en-US" dirty="0"/>
              <a:t>Self-Check</a:t>
            </a:r>
          </a:p>
        </p:txBody>
      </p:sp>
      <p:sp>
        <p:nvSpPr>
          <p:cNvPr id="3" name="Content Placeholder 2">
            <a:extLst>
              <a:ext uri="{FF2B5EF4-FFF2-40B4-BE49-F238E27FC236}">
                <a16:creationId xmlns:a16="http://schemas.microsoft.com/office/drawing/2014/main" id="{64FFDB55-C30A-C1EC-9E45-A2746AC562B0}"/>
              </a:ext>
            </a:extLst>
          </p:cNvPr>
          <p:cNvSpPr>
            <a:spLocks noGrp="1"/>
          </p:cNvSpPr>
          <p:nvPr>
            <p:ph idx="1"/>
          </p:nvPr>
        </p:nvSpPr>
        <p:spPr/>
        <p:txBody>
          <a:bodyPr>
            <a:normAutofit/>
          </a:bodyPr>
          <a:lstStyle/>
          <a:p>
            <a:r>
              <a:rPr lang="en-US" sz="2400" dirty="0"/>
              <a:t>We want to detect that someone hasn’t rolled double 6’s:</a:t>
            </a:r>
          </a:p>
        </p:txBody>
      </p:sp>
      <p:pic>
        <p:nvPicPr>
          <p:cNvPr id="4" name="Picture 3">
            <a:extLst>
              <a:ext uri="{FF2B5EF4-FFF2-40B4-BE49-F238E27FC236}">
                <a16:creationId xmlns:a16="http://schemas.microsoft.com/office/drawing/2014/main" id="{AE894703-2922-E2F9-348D-18A79AD236EF}"/>
              </a:ext>
            </a:extLst>
          </p:cNvPr>
          <p:cNvPicPr>
            <a:picLocks noChangeAspect="1"/>
          </p:cNvPicPr>
          <p:nvPr/>
        </p:nvPicPr>
        <p:blipFill>
          <a:blip r:embed="rId3"/>
          <a:stretch>
            <a:fillRect/>
          </a:stretch>
        </p:blipFill>
        <p:spPr>
          <a:xfrm>
            <a:off x="9960864" y="3666067"/>
            <a:ext cx="1422400" cy="1422400"/>
          </a:xfrm>
          <a:prstGeom prst="rect">
            <a:avLst/>
          </a:prstGeom>
        </p:spPr>
      </p:pic>
      <p:pic>
        <p:nvPicPr>
          <p:cNvPr id="5" name="Picture 4">
            <a:extLst>
              <a:ext uri="{FF2B5EF4-FFF2-40B4-BE49-F238E27FC236}">
                <a16:creationId xmlns:a16="http://schemas.microsoft.com/office/drawing/2014/main" id="{2FB375E3-FB8B-18B7-7C1F-67197C78173F}"/>
              </a:ext>
            </a:extLst>
          </p:cNvPr>
          <p:cNvPicPr>
            <a:picLocks noChangeAspect="1"/>
          </p:cNvPicPr>
          <p:nvPr/>
        </p:nvPicPr>
        <p:blipFill>
          <a:blip r:embed="rId4"/>
          <a:stretch>
            <a:fillRect/>
          </a:stretch>
        </p:blipFill>
        <p:spPr>
          <a:xfrm>
            <a:off x="2493433" y="3145367"/>
            <a:ext cx="5613400" cy="2463800"/>
          </a:xfrm>
          <a:prstGeom prst="rect">
            <a:avLst/>
          </a:prstGeom>
        </p:spPr>
      </p:pic>
      <p:sp>
        <p:nvSpPr>
          <p:cNvPr id="7" name="TextBox 6">
            <a:extLst>
              <a:ext uri="{FF2B5EF4-FFF2-40B4-BE49-F238E27FC236}">
                <a16:creationId xmlns:a16="http://schemas.microsoft.com/office/drawing/2014/main" id="{0713493B-64FF-FE13-AEC2-42348D5C096B}"/>
              </a:ext>
            </a:extLst>
          </p:cNvPr>
          <p:cNvSpPr txBox="1"/>
          <p:nvPr/>
        </p:nvSpPr>
        <p:spPr>
          <a:xfrm>
            <a:off x="2777067" y="6129867"/>
            <a:ext cx="1771639" cy="830997"/>
          </a:xfrm>
          <a:prstGeom prst="rect">
            <a:avLst/>
          </a:prstGeom>
          <a:noFill/>
        </p:spPr>
        <p:txBody>
          <a:bodyPr wrap="none" rtlCol="0">
            <a:spAutoFit/>
          </a:bodyPr>
          <a:lstStyle/>
          <a:p>
            <a:r>
              <a:rPr lang="en-CA" sz="2400" dirty="0"/>
              <a:t>ack double 6</a:t>
            </a:r>
          </a:p>
          <a:p>
            <a:endParaRPr lang="en-US" sz="2400" dirty="0"/>
          </a:p>
        </p:txBody>
      </p:sp>
      <p:cxnSp>
        <p:nvCxnSpPr>
          <p:cNvPr id="9" name="Straight Arrow Connector 8">
            <a:extLst>
              <a:ext uri="{FF2B5EF4-FFF2-40B4-BE49-F238E27FC236}">
                <a16:creationId xmlns:a16="http://schemas.microsoft.com/office/drawing/2014/main" id="{98CA236D-7FAC-40AF-2A20-F6C8DF5601E5}"/>
              </a:ext>
            </a:extLst>
          </p:cNvPr>
          <p:cNvCxnSpPr/>
          <p:nvPr/>
        </p:nvCxnSpPr>
        <p:spPr>
          <a:xfrm flipH="1">
            <a:off x="4758267" y="6400800"/>
            <a:ext cx="2133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7184BC-44CD-4848-1FB8-C2C2369F469E}"/>
              </a:ext>
            </a:extLst>
          </p:cNvPr>
          <p:cNvSpPr txBox="1"/>
          <p:nvPr/>
        </p:nvSpPr>
        <p:spPr>
          <a:xfrm>
            <a:off x="6932973" y="6214534"/>
            <a:ext cx="710323" cy="369332"/>
          </a:xfrm>
          <a:prstGeom prst="rect">
            <a:avLst/>
          </a:prstGeom>
          <a:noFill/>
        </p:spPr>
        <p:txBody>
          <a:bodyPr wrap="none" rtlCol="0">
            <a:spAutoFit/>
          </a:bodyPr>
          <a:lstStyle/>
          <a:p>
            <a:r>
              <a:rPr lang="en-US" dirty="0"/>
              <a:t>Why?</a:t>
            </a:r>
          </a:p>
        </p:txBody>
      </p:sp>
      <p:sp>
        <p:nvSpPr>
          <p:cNvPr id="11" name="TextBox 10">
            <a:extLst>
              <a:ext uri="{FF2B5EF4-FFF2-40B4-BE49-F238E27FC236}">
                <a16:creationId xmlns:a16="http://schemas.microsoft.com/office/drawing/2014/main" id="{63F0AF8F-996E-EF04-ACAA-85F0126B4346}"/>
              </a:ext>
            </a:extLst>
          </p:cNvPr>
          <p:cNvSpPr txBox="1"/>
          <p:nvPr/>
        </p:nvSpPr>
        <p:spPr>
          <a:xfrm>
            <a:off x="8181828" y="6231790"/>
            <a:ext cx="2188612" cy="369332"/>
          </a:xfrm>
          <a:prstGeom prst="rect">
            <a:avLst/>
          </a:prstGeom>
          <a:noFill/>
        </p:spPr>
        <p:txBody>
          <a:bodyPr wrap="none" rtlCol="0">
            <a:spAutoFit/>
          </a:bodyPr>
          <a:lstStyle/>
          <a:p>
            <a:r>
              <a:rPr lang="en-US" dirty="0"/>
              <a:t>Can you fix the logic?</a:t>
            </a:r>
          </a:p>
        </p:txBody>
      </p:sp>
    </p:spTree>
    <p:extLst>
      <p:ext uri="{BB962C8B-B14F-4D97-AF65-F5344CB8AC3E}">
        <p14:creationId xmlns:p14="http://schemas.microsoft.com/office/powerpoint/2010/main" val="320725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D56FC036-A458-497E-2C2F-008C7C247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13ACA-E2E9-84E2-227E-2D51B495DDE7}"/>
              </a:ext>
            </a:extLst>
          </p:cNvPr>
          <p:cNvSpPr>
            <a:spLocks noGrp="1"/>
          </p:cNvSpPr>
          <p:nvPr>
            <p:ph type="title"/>
          </p:nvPr>
        </p:nvSpPr>
        <p:spPr>
          <a:xfrm>
            <a:off x="6736080" y="2865774"/>
            <a:ext cx="4797453" cy="1126462"/>
          </a:xfrm>
        </p:spPr>
        <p:txBody>
          <a:bodyPr vert="horz" wrap="square" lIns="182880" tIns="182880" rIns="182880" bIns="182880" rtlCol="0" anchor="ctr" anchorCtr="1">
            <a:normAutofit/>
          </a:bodyPr>
          <a:lstStyle/>
          <a:p>
            <a:r>
              <a:rPr lang="en-US" dirty="0"/>
              <a:t>Example</a:t>
            </a:r>
          </a:p>
        </p:txBody>
      </p:sp>
      <p:sp>
        <p:nvSpPr>
          <p:cNvPr id="17" name="Rectangle 16">
            <a:extLst>
              <a:ext uri="{FF2B5EF4-FFF2-40B4-BE49-F238E27FC236}">
                <a16:creationId xmlns:a16="http://schemas.microsoft.com/office/drawing/2014/main" id="{0033E82B-6FB2-4161-A161-ED30DBDE9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2EDF7D8-9280-1A9C-B862-4B064CADE815}"/>
              </a:ext>
            </a:extLst>
          </p:cNvPr>
          <p:cNvPicPr>
            <a:picLocks noChangeAspect="1"/>
          </p:cNvPicPr>
          <p:nvPr/>
        </p:nvPicPr>
        <p:blipFill>
          <a:blip r:embed="rId2"/>
          <a:stretch>
            <a:fillRect/>
          </a:stretch>
        </p:blipFill>
        <p:spPr>
          <a:xfrm>
            <a:off x="279399" y="939800"/>
            <a:ext cx="5537200" cy="4483100"/>
          </a:xfrm>
          <a:prstGeom prst="rect">
            <a:avLst/>
          </a:prstGeom>
        </p:spPr>
      </p:pic>
    </p:spTree>
    <p:extLst>
      <p:ext uri="{BB962C8B-B14F-4D97-AF65-F5344CB8AC3E}">
        <p14:creationId xmlns:p14="http://schemas.microsoft.com/office/powerpoint/2010/main" val="3091868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3B2B5-57BB-C162-F271-74D792D7F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ED9C9-3544-CF63-99FF-A3DAE420C8BF}"/>
              </a:ext>
            </a:extLst>
          </p:cNvPr>
          <p:cNvSpPr>
            <a:spLocks noGrp="1"/>
          </p:cNvSpPr>
          <p:nvPr>
            <p:ph type="title"/>
          </p:nvPr>
        </p:nvSpPr>
        <p:spPr>
          <a:xfrm>
            <a:off x="286267" y="186683"/>
            <a:ext cx="4559300" cy="1405050"/>
          </a:xfrm>
          <a:ln>
            <a:solidFill>
              <a:srgbClr val="404040"/>
            </a:solidFill>
          </a:ln>
        </p:spPr>
        <p:txBody>
          <a:bodyPr vert="horz" lIns="182880" tIns="182880" rIns="182880" bIns="182880" rtlCol="0" anchor="ctr">
            <a:normAutofit/>
          </a:bodyPr>
          <a:lstStyle/>
          <a:p>
            <a:r>
              <a:rPr lang="en-US"/>
              <a:t>If-elif-Else </a:t>
            </a:r>
            <a:r>
              <a:rPr lang="en-US" dirty="0"/>
              <a:t>statement</a:t>
            </a:r>
          </a:p>
        </p:txBody>
      </p:sp>
      <p:pic>
        <p:nvPicPr>
          <p:cNvPr id="7" name="Picture 6">
            <a:extLst>
              <a:ext uri="{FF2B5EF4-FFF2-40B4-BE49-F238E27FC236}">
                <a16:creationId xmlns:a16="http://schemas.microsoft.com/office/drawing/2014/main" id="{D9352032-CC42-D105-F178-BBF664A6441F}"/>
              </a:ext>
            </a:extLst>
          </p:cNvPr>
          <p:cNvPicPr>
            <a:picLocks noChangeAspect="1"/>
          </p:cNvPicPr>
          <p:nvPr/>
        </p:nvPicPr>
        <p:blipFill>
          <a:blip r:embed="rId2"/>
          <a:stretch>
            <a:fillRect/>
          </a:stretch>
        </p:blipFill>
        <p:spPr>
          <a:xfrm>
            <a:off x="1562618" y="1867499"/>
            <a:ext cx="5464716" cy="4414395"/>
          </a:xfrm>
          <a:prstGeom prst="rect">
            <a:avLst/>
          </a:prstGeom>
        </p:spPr>
      </p:pic>
      <p:pic>
        <p:nvPicPr>
          <p:cNvPr id="8" name="Picture 7">
            <a:extLst>
              <a:ext uri="{FF2B5EF4-FFF2-40B4-BE49-F238E27FC236}">
                <a16:creationId xmlns:a16="http://schemas.microsoft.com/office/drawing/2014/main" id="{8286A0E6-6D43-8403-C375-0147486F991B}"/>
              </a:ext>
            </a:extLst>
          </p:cNvPr>
          <p:cNvPicPr>
            <a:picLocks noChangeAspect="1"/>
          </p:cNvPicPr>
          <p:nvPr/>
        </p:nvPicPr>
        <p:blipFill>
          <a:blip r:embed="rId3"/>
          <a:stretch>
            <a:fillRect/>
          </a:stretch>
        </p:blipFill>
        <p:spPr>
          <a:xfrm>
            <a:off x="8081951" y="0"/>
            <a:ext cx="3749698" cy="6858000"/>
          </a:xfrm>
          <a:prstGeom prst="rect">
            <a:avLst/>
          </a:prstGeom>
        </p:spPr>
      </p:pic>
      <p:cxnSp>
        <p:nvCxnSpPr>
          <p:cNvPr id="14" name="Straight Arrow Connector 13">
            <a:extLst>
              <a:ext uri="{FF2B5EF4-FFF2-40B4-BE49-F238E27FC236}">
                <a16:creationId xmlns:a16="http://schemas.microsoft.com/office/drawing/2014/main" id="{2380302E-0D03-BDB6-63BE-32190CAD7F7A}"/>
              </a:ext>
            </a:extLst>
          </p:cNvPr>
          <p:cNvCxnSpPr/>
          <p:nvPr/>
        </p:nvCxnSpPr>
        <p:spPr>
          <a:xfrm>
            <a:off x="6908800" y="1168400"/>
            <a:ext cx="3132667" cy="541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7D7C3E6-1BC4-B5AF-4762-1FB3F894DB13}"/>
              </a:ext>
            </a:extLst>
          </p:cNvPr>
          <p:cNvSpPr txBox="1"/>
          <p:nvPr/>
        </p:nvSpPr>
        <p:spPr>
          <a:xfrm>
            <a:off x="5437977" y="516003"/>
            <a:ext cx="2116666" cy="923330"/>
          </a:xfrm>
          <a:prstGeom prst="rect">
            <a:avLst/>
          </a:prstGeom>
          <a:noFill/>
          <a:ln>
            <a:solidFill>
              <a:schemeClr val="accent1"/>
            </a:solidFill>
          </a:ln>
        </p:spPr>
        <p:txBody>
          <a:bodyPr wrap="square" rtlCol="0">
            <a:spAutoFit/>
          </a:bodyPr>
          <a:lstStyle/>
          <a:p>
            <a:r>
              <a:rPr lang="en-US" dirty="0"/>
              <a:t>Only one of these code blocks is executed</a:t>
            </a:r>
          </a:p>
        </p:txBody>
      </p:sp>
    </p:spTree>
    <p:extLst>
      <p:ext uri="{BB962C8B-B14F-4D97-AF65-F5344CB8AC3E}">
        <p14:creationId xmlns:p14="http://schemas.microsoft.com/office/powerpoint/2010/main" val="1745185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BB22ED-E315-7457-B4A5-FF4584775C1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68E52C-98FD-221D-2EC6-48B48D51440C}"/>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dirty="0"/>
              <a:t>Example</a:t>
            </a:r>
          </a:p>
        </p:txBody>
      </p:sp>
      <p:pic>
        <p:nvPicPr>
          <p:cNvPr id="4" name="Picture 3">
            <a:extLst>
              <a:ext uri="{FF2B5EF4-FFF2-40B4-BE49-F238E27FC236}">
                <a16:creationId xmlns:a16="http://schemas.microsoft.com/office/drawing/2014/main" id="{2F637886-1371-56C0-A4C9-A04E934EBF82}"/>
              </a:ext>
            </a:extLst>
          </p:cNvPr>
          <p:cNvPicPr>
            <a:picLocks noChangeAspect="1"/>
          </p:cNvPicPr>
          <p:nvPr/>
        </p:nvPicPr>
        <p:blipFill>
          <a:blip r:embed="rId2"/>
          <a:stretch>
            <a:fillRect/>
          </a:stretch>
        </p:blipFill>
        <p:spPr>
          <a:xfrm>
            <a:off x="5317067" y="332316"/>
            <a:ext cx="6070261" cy="6320733"/>
          </a:xfrm>
          <a:prstGeom prst="rect">
            <a:avLst/>
          </a:prstGeom>
        </p:spPr>
      </p:pic>
    </p:spTree>
    <p:extLst>
      <p:ext uri="{BB962C8B-B14F-4D97-AF65-F5344CB8AC3E}">
        <p14:creationId xmlns:p14="http://schemas.microsoft.com/office/powerpoint/2010/main" val="3237600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1D93-CA9A-C9E7-0B90-441EA653425C}"/>
              </a:ext>
            </a:extLst>
          </p:cNvPr>
          <p:cNvSpPr>
            <a:spLocks noGrp="1"/>
          </p:cNvSpPr>
          <p:nvPr>
            <p:ph type="title"/>
          </p:nvPr>
        </p:nvSpPr>
        <p:spPr/>
        <p:txBody>
          <a:bodyPr/>
          <a:lstStyle/>
          <a:p>
            <a:r>
              <a:rPr lang="en-US" dirty="0"/>
              <a:t>Nested Conditional Statements</a:t>
            </a:r>
          </a:p>
        </p:txBody>
      </p:sp>
      <p:sp>
        <p:nvSpPr>
          <p:cNvPr id="3" name="Content Placeholder 2">
            <a:extLst>
              <a:ext uri="{FF2B5EF4-FFF2-40B4-BE49-F238E27FC236}">
                <a16:creationId xmlns:a16="http://schemas.microsoft.com/office/drawing/2014/main" id="{A2DF977B-0851-51A6-8A0E-6950FECFE17F}"/>
              </a:ext>
            </a:extLst>
          </p:cNvPr>
          <p:cNvSpPr>
            <a:spLocks noGrp="1"/>
          </p:cNvSpPr>
          <p:nvPr>
            <p:ph idx="1"/>
          </p:nvPr>
        </p:nvSpPr>
        <p:spPr/>
        <p:txBody>
          <a:bodyPr/>
          <a:lstStyle/>
          <a:p>
            <a:r>
              <a:rPr lang="en-US" dirty="0"/>
              <a:t>Any of the code blocks associated with if, </a:t>
            </a:r>
            <a:r>
              <a:rPr lang="en-US" dirty="0" err="1"/>
              <a:t>elif</a:t>
            </a:r>
            <a:r>
              <a:rPr lang="en-US" dirty="0"/>
              <a:t> or else can also contain a conditional statement (an if …)</a:t>
            </a:r>
          </a:p>
          <a:p>
            <a:r>
              <a:rPr lang="en-US" dirty="0"/>
              <a:t>We call these nested conditionals or nested if statements</a:t>
            </a:r>
          </a:p>
          <a:p>
            <a:r>
              <a:rPr lang="en-US" dirty="0"/>
              <a:t>The nested if (inside an if code block) gets its own indented code block</a:t>
            </a:r>
          </a:p>
        </p:txBody>
      </p:sp>
      <p:pic>
        <p:nvPicPr>
          <p:cNvPr id="4" name="Picture 3">
            <a:extLst>
              <a:ext uri="{FF2B5EF4-FFF2-40B4-BE49-F238E27FC236}">
                <a16:creationId xmlns:a16="http://schemas.microsoft.com/office/drawing/2014/main" id="{3A15EDCC-F54B-5418-6860-3D27E7C05AD8}"/>
              </a:ext>
            </a:extLst>
          </p:cNvPr>
          <p:cNvPicPr>
            <a:picLocks noChangeAspect="1"/>
          </p:cNvPicPr>
          <p:nvPr/>
        </p:nvPicPr>
        <p:blipFill>
          <a:blip r:embed="rId2"/>
          <a:stretch>
            <a:fillRect/>
          </a:stretch>
        </p:blipFill>
        <p:spPr>
          <a:xfrm>
            <a:off x="1317604" y="4454715"/>
            <a:ext cx="9168193" cy="2205612"/>
          </a:xfrm>
          <a:prstGeom prst="rect">
            <a:avLst/>
          </a:prstGeom>
        </p:spPr>
      </p:pic>
      <p:cxnSp>
        <p:nvCxnSpPr>
          <p:cNvPr id="6" name="Straight Arrow Connector 5">
            <a:extLst>
              <a:ext uri="{FF2B5EF4-FFF2-40B4-BE49-F238E27FC236}">
                <a16:creationId xmlns:a16="http://schemas.microsoft.com/office/drawing/2014/main" id="{083CD95A-EE97-6019-D81E-52F014662175}"/>
              </a:ext>
            </a:extLst>
          </p:cNvPr>
          <p:cNvCxnSpPr>
            <a:cxnSpLocks/>
          </p:cNvCxnSpPr>
          <p:nvPr/>
        </p:nvCxnSpPr>
        <p:spPr>
          <a:xfrm>
            <a:off x="1066800" y="3640667"/>
            <a:ext cx="778933" cy="1608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C29F57A-4F49-7A5F-D71E-B8798890AD72}"/>
              </a:ext>
            </a:extLst>
          </p:cNvPr>
          <p:cNvSpPr txBox="1"/>
          <p:nvPr/>
        </p:nvSpPr>
        <p:spPr>
          <a:xfrm>
            <a:off x="114905" y="2842399"/>
            <a:ext cx="1866295" cy="923330"/>
          </a:xfrm>
          <a:prstGeom prst="rect">
            <a:avLst/>
          </a:prstGeom>
          <a:noFill/>
          <a:ln>
            <a:solidFill>
              <a:schemeClr val="accent1"/>
            </a:solidFill>
          </a:ln>
        </p:spPr>
        <p:txBody>
          <a:bodyPr wrap="square" rtlCol="0">
            <a:spAutoFit/>
          </a:bodyPr>
          <a:lstStyle/>
          <a:p>
            <a:r>
              <a:rPr lang="en-US" dirty="0"/>
              <a:t>Code block at new </a:t>
            </a:r>
          </a:p>
          <a:p>
            <a:r>
              <a:rPr lang="en-US" dirty="0"/>
              <a:t>indentation level</a:t>
            </a:r>
          </a:p>
        </p:txBody>
      </p:sp>
    </p:spTree>
    <p:extLst>
      <p:ext uri="{BB962C8B-B14F-4D97-AF65-F5344CB8AC3E}">
        <p14:creationId xmlns:p14="http://schemas.microsoft.com/office/powerpoint/2010/main" val="66422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Basketball going into hoop against sky">
            <a:extLst>
              <a:ext uri="{FF2B5EF4-FFF2-40B4-BE49-F238E27FC236}">
                <a16:creationId xmlns:a16="http://schemas.microsoft.com/office/drawing/2014/main" id="{E63BFC9F-18E8-A668-EB73-391FDDF14C76}"/>
              </a:ext>
            </a:extLst>
          </p:cNvPr>
          <p:cNvPicPr>
            <a:picLocks noChangeAspect="1"/>
          </p:cNvPicPr>
          <p:nvPr/>
        </p:nvPicPr>
        <p:blipFill>
          <a:blip r:embed="rId2"/>
          <a:srcRect l="1039" r="32294"/>
          <a:stretch>
            <a:fillRect/>
          </a:stretch>
        </p:blipFill>
        <p:spPr>
          <a:xfrm>
            <a:off x="642" y="10"/>
            <a:ext cx="6096000" cy="6857990"/>
          </a:xfrm>
          <a:prstGeom prst="rect">
            <a:avLst/>
          </a:prstGeom>
        </p:spPr>
      </p:pic>
      <p:sp>
        <p:nvSpPr>
          <p:cNvPr id="2" name="Title 1">
            <a:extLst>
              <a:ext uri="{FF2B5EF4-FFF2-40B4-BE49-F238E27FC236}">
                <a16:creationId xmlns:a16="http://schemas.microsoft.com/office/drawing/2014/main" id="{F10D99F3-DB80-987C-BD21-E46A6A0E27F0}"/>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US" sz="2400">
                <a:solidFill>
                  <a:schemeClr val="bg1"/>
                </a:solidFill>
              </a:rPr>
              <a:t>Find a Partner</a:t>
            </a:r>
          </a:p>
        </p:txBody>
      </p:sp>
      <p:sp>
        <p:nvSpPr>
          <p:cNvPr id="3" name="Content Placeholder 2">
            <a:extLst>
              <a:ext uri="{FF2B5EF4-FFF2-40B4-BE49-F238E27FC236}">
                <a16:creationId xmlns:a16="http://schemas.microsoft.com/office/drawing/2014/main" id="{C8B934BC-787E-6F4C-0B40-801C0BCB6807}"/>
              </a:ext>
            </a:extLst>
          </p:cNvPr>
          <p:cNvSpPr>
            <a:spLocks noGrp="1"/>
          </p:cNvSpPr>
          <p:nvPr>
            <p:ph idx="1"/>
          </p:nvPr>
        </p:nvSpPr>
        <p:spPr>
          <a:xfrm>
            <a:off x="6743941" y="976129"/>
            <a:ext cx="4804931" cy="5373871"/>
          </a:xfrm>
        </p:spPr>
        <p:txBody>
          <a:bodyPr anchor="ctr">
            <a:normAutofit/>
          </a:bodyPr>
          <a:lstStyle/>
          <a:p>
            <a:r>
              <a:rPr lang="en-US" sz="2000" dirty="0"/>
              <a:t>Complete the Basketball example</a:t>
            </a:r>
          </a:p>
          <a:p>
            <a:r>
              <a:rPr lang="en-US" sz="2000" dirty="0"/>
              <a:t>In the </a:t>
            </a:r>
            <a:r>
              <a:rPr lang="en-US" sz="2000"/>
              <a:t>WNBA if </a:t>
            </a:r>
            <a:r>
              <a:rPr lang="en-US" sz="2000" dirty="0"/>
              <a:t>you are fouled while taking a shot and your shot does not go in, you get the equivalent number of free throws as your shot was worth (2 for a 2 pointer and 3 for a 3 pointer). </a:t>
            </a:r>
          </a:p>
          <a:p>
            <a:r>
              <a:rPr lang="en-US" sz="2000" dirty="0"/>
              <a:t>If your shot does go in (and you were fouled) you get the appropriate amount of points plus 1 additional free throw.</a:t>
            </a:r>
          </a:p>
          <a:p>
            <a:r>
              <a:rPr lang="en-US" sz="2000" dirty="0"/>
              <a:t>If you miss your shot and no foul occurs you get no points</a:t>
            </a:r>
          </a:p>
          <a:p>
            <a:r>
              <a:rPr lang="en-US" sz="2000" dirty="0"/>
              <a:t>If you make your shot and no foul occurs you get the appropriate number of points</a:t>
            </a:r>
          </a:p>
          <a:p>
            <a:endParaRPr lang="en-US" sz="2000" dirty="0"/>
          </a:p>
        </p:txBody>
      </p:sp>
    </p:spTree>
    <p:extLst>
      <p:ext uri="{BB962C8B-B14F-4D97-AF65-F5344CB8AC3E}">
        <p14:creationId xmlns:p14="http://schemas.microsoft.com/office/powerpoint/2010/main" val="931104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Picture 6" descr="Computer Generated Lights">
            <a:extLst>
              <a:ext uri="{FF2B5EF4-FFF2-40B4-BE49-F238E27FC236}">
                <a16:creationId xmlns:a16="http://schemas.microsoft.com/office/drawing/2014/main" id="{59E8CF71-D6C1-B9F1-95A7-271CDF2D944F}"/>
              </a:ext>
            </a:extLst>
          </p:cNvPr>
          <p:cNvPicPr>
            <a:picLocks noChangeAspect="1"/>
          </p:cNvPicPr>
          <p:nvPr/>
        </p:nvPicPr>
        <p:blipFill>
          <a:blip r:embed="rId2"/>
          <a:srcRect l="11836" r="22386"/>
          <a:stretch>
            <a:fillRect/>
          </a:stretch>
        </p:blipFill>
        <p:spPr>
          <a:xfrm>
            <a:off x="642" y="10"/>
            <a:ext cx="6096000" cy="6857990"/>
          </a:xfrm>
          <a:prstGeom prst="rect">
            <a:avLst/>
          </a:prstGeom>
        </p:spPr>
      </p:pic>
      <p:sp>
        <p:nvSpPr>
          <p:cNvPr id="2" name="Title 1">
            <a:extLst>
              <a:ext uri="{FF2B5EF4-FFF2-40B4-BE49-F238E27FC236}">
                <a16:creationId xmlns:a16="http://schemas.microsoft.com/office/drawing/2014/main" id="{D66397C3-E38C-37EF-0F65-6CF25FD065D4}"/>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US" sz="2400">
                <a:solidFill>
                  <a:schemeClr val="bg1"/>
                </a:solidFill>
              </a:rPr>
              <a:t>Find a Partner</a:t>
            </a:r>
          </a:p>
        </p:txBody>
      </p:sp>
      <p:sp>
        <p:nvSpPr>
          <p:cNvPr id="3" name="Content Placeholder 2">
            <a:extLst>
              <a:ext uri="{FF2B5EF4-FFF2-40B4-BE49-F238E27FC236}">
                <a16:creationId xmlns:a16="http://schemas.microsoft.com/office/drawing/2014/main" id="{0C19CFC2-2F78-9875-828B-D448FED49C7A}"/>
              </a:ext>
            </a:extLst>
          </p:cNvPr>
          <p:cNvSpPr>
            <a:spLocks noGrp="1"/>
          </p:cNvSpPr>
          <p:nvPr>
            <p:ph idx="1"/>
          </p:nvPr>
        </p:nvSpPr>
        <p:spPr>
          <a:xfrm>
            <a:off x="6743941" y="976129"/>
            <a:ext cx="4804931" cy="4919815"/>
          </a:xfrm>
        </p:spPr>
        <p:txBody>
          <a:bodyPr anchor="ctr">
            <a:normAutofit/>
          </a:bodyPr>
          <a:lstStyle/>
          <a:p>
            <a:r>
              <a:rPr lang="en-US"/>
              <a:t>Brain storm another real-world example where we might have complex logic or nested if statements to model it in software</a:t>
            </a:r>
          </a:p>
        </p:txBody>
      </p:sp>
    </p:spTree>
    <p:extLst>
      <p:ext uri="{BB962C8B-B14F-4D97-AF65-F5344CB8AC3E}">
        <p14:creationId xmlns:p14="http://schemas.microsoft.com/office/powerpoint/2010/main" val="62766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5FBBF-F9F7-3836-E575-58C473F8BBD1}"/>
              </a:ext>
            </a:extLst>
          </p:cNvPr>
          <p:cNvSpPr>
            <a:spLocks noGrp="1"/>
          </p:cNvSpPr>
          <p:nvPr>
            <p:ph type="title"/>
          </p:nvPr>
        </p:nvSpPr>
        <p:spPr>
          <a:xfrm>
            <a:off x="637674" y="2958106"/>
            <a:ext cx="4872548" cy="941796"/>
          </a:xfrm>
        </p:spPr>
        <p:txBody>
          <a:bodyPr vert="horz" wrap="square" lIns="182880" tIns="182880" rIns="182880" bIns="182880" rtlCol="0" anchor="ctr">
            <a:normAutofit fontScale="90000"/>
          </a:bodyPr>
          <a:lstStyle/>
          <a:p>
            <a:r>
              <a:rPr lang="en-US">
                <a:solidFill>
                  <a:schemeClr val="tx1"/>
                </a:solidFill>
              </a:rPr>
              <a:t>A few notes about comparisons</a:t>
            </a:r>
            <a:endParaRPr lang="en-US" dirty="0">
              <a:solidFill>
                <a:schemeClr val="tx1"/>
              </a:solidFill>
            </a:endParaRPr>
          </a:p>
        </p:txBody>
      </p:sp>
      <p:pic>
        <p:nvPicPr>
          <p:cNvPr id="5" name="Picture 4" descr="Close-up of hopscotch on a sidewalk">
            <a:extLst>
              <a:ext uri="{FF2B5EF4-FFF2-40B4-BE49-F238E27FC236}">
                <a16:creationId xmlns:a16="http://schemas.microsoft.com/office/drawing/2014/main" id="{9FD87CE1-3A96-11FA-39B9-CD2A2F185354}"/>
              </a:ext>
            </a:extLst>
          </p:cNvPr>
          <p:cNvPicPr>
            <a:picLocks noChangeAspect="1"/>
          </p:cNvPicPr>
          <p:nvPr/>
        </p:nvPicPr>
        <p:blipFill>
          <a:blip r:embed="rId2"/>
          <a:srcRect l="21051" r="19615" b="-1"/>
          <a:stretch>
            <a:fillRect/>
          </a:stretch>
        </p:blipFill>
        <p:spPr>
          <a:xfrm>
            <a:off x="6150302" y="10"/>
            <a:ext cx="6095999" cy="6857990"/>
          </a:xfrm>
          <a:prstGeom prst="rect">
            <a:avLst/>
          </a:prstGeom>
        </p:spPr>
      </p:pic>
    </p:spTree>
    <p:extLst>
      <p:ext uri="{BB962C8B-B14F-4D97-AF65-F5344CB8AC3E}">
        <p14:creationId xmlns:p14="http://schemas.microsoft.com/office/powerpoint/2010/main" val="1920659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14A3-EF85-79C2-4B4A-68BA7AEE87B1}"/>
              </a:ext>
            </a:extLst>
          </p:cNvPr>
          <p:cNvSpPr>
            <a:spLocks noGrp="1"/>
          </p:cNvSpPr>
          <p:nvPr>
            <p:ph type="title"/>
          </p:nvPr>
        </p:nvSpPr>
        <p:spPr>
          <a:xfrm>
            <a:off x="640079" y="640079"/>
            <a:ext cx="3402531" cy="5272242"/>
          </a:xfrm>
        </p:spPr>
        <p:txBody>
          <a:bodyPr>
            <a:normAutofit/>
          </a:bodyPr>
          <a:lstStyle/>
          <a:p>
            <a:r>
              <a:rPr lang="en-US" dirty="0"/>
              <a:t>Floating Point Values</a:t>
            </a:r>
          </a:p>
        </p:txBody>
      </p:sp>
      <p:sp>
        <p:nvSpPr>
          <p:cNvPr id="3" name="Content Placeholder 2">
            <a:extLst>
              <a:ext uri="{FF2B5EF4-FFF2-40B4-BE49-F238E27FC236}">
                <a16:creationId xmlns:a16="http://schemas.microsoft.com/office/drawing/2014/main" id="{7826279F-181B-6499-A1A9-C2FF9ABDC478}"/>
              </a:ext>
            </a:extLst>
          </p:cNvPr>
          <p:cNvSpPr>
            <a:spLocks noGrp="1"/>
          </p:cNvSpPr>
          <p:nvPr>
            <p:ph idx="1"/>
          </p:nvPr>
        </p:nvSpPr>
        <p:spPr>
          <a:xfrm>
            <a:off x="4672103" y="640079"/>
            <a:ext cx="6883072" cy="2959155"/>
          </a:xfrm>
        </p:spPr>
        <p:txBody>
          <a:bodyPr>
            <a:normAutofit lnSpcReduction="10000"/>
          </a:bodyPr>
          <a:lstStyle/>
          <a:p>
            <a:pPr>
              <a:lnSpc>
                <a:spcPct val="90000"/>
              </a:lnSpc>
            </a:pPr>
            <a:r>
              <a:rPr lang="en-US" sz="2000" dirty="0"/>
              <a:t>Usually we do not use == to compare floating point values</a:t>
            </a:r>
          </a:p>
          <a:p>
            <a:pPr>
              <a:lnSpc>
                <a:spcPct val="90000"/>
              </a:lnSpc>
            </a:pPr>
            <a:r>
              <a:rPr lang="en-US" sz="2000" dirty="0"/>
              <a:t>Floating point numbers can be challenging to fully represent in a discrete finite binary system</a:t>
            </a:r>
          </a:p>
          <a:p>
            <a:pPr>
              <a:lnSpc>
                <a:spcPct val="90000"/>
              </a:lnSpc>
            </a:pPr>
            <a:r>
              <a:rPr lang="en-US" sz="2000" dirty="0"/>
              <a:t>Just like 1/3 is challenging to represent in decimal, various fractions are challenging in binary (such as 0.1) as they produce long or repeating sequences</a:t>
            </a:r>
          </a:p>
          <a:p>
            <a:pPr>
              <a:lnSpc>
                <a:spcPct val="90000"/>
              </a:lnSpc>
            </a:pPr>
            <a:r>
              <a:rPr lang="en-US" sz="2000" dirty="0"/>
              <a:t>This leads to rounding errors and makes it unreliable to compare directly two floating point numbers</a:t>
            </a:r>
          </a:p>
          <a:p>
            <a:pPr>
              <a:lnSpc>
                <a:spcPct val="90000"/>
              </a:lnSpc>
            </a:pPr>
            <a:r>
              <a:rPr lang="en-US" sz="2000" dirty="0"/>
              <a:t>Example: </a:t>
            </a:r>
          </a:p>
        </p:txBody>
      </p:sp>
      <p:sp>
        <p:nvSpPr>
          <p:cNvPr id="13" name="Rectangle 12">
            <a:extLst>
              <a:ext uri="{FF2B5EF4-FFF2-40B4-BE49-F238E27FC236}">
                <a16:creationId xmlns:a16="http://schemas.microsoft.com/office/drawing/2014/main" id="{9344763E-1F5B-4192-9E84-267D8A649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2223" y="3822192"/>
            <a:ext cx="6882951" cy="2068469"/>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0013361-A314-4AA8-8C94-466226554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3905450"/>
            <a:ext cx="6720840" cy="190195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 shot of a computer&#10;&#10;AI-generated content may be incorrect.">
            <a:extLst>
              <a:ext uri="{FF2B5EF4-FFF2-40B4-BE49-F238E27FC236}">
                <a16:creationId xmlns:a16="http://schemas.microsoft.com/office/drawing/2014/main" id="{F1EF403B-067E-47D8-BFBF-310DA2D31EA0}"/>
              </a:ext>
            </a:extLst>
          </p:cNvPr>
          <p:cNvPicPr>
            <a:picLocks noChangeAspect="1"/>
          </p:cNvPicPr>
          <p:nvPr/>
        </p:nvPicPr>
        <p:blipFill>
          <a:blip r:embed="rId2"/>
          <a:stretch>
            <a:fillRect/>
          </a:stretch>
        </p:blipFill>
        <p:spPr>
          <a:xfrm>
            <a:off x="4849231" y="4130095"/>
            <a:ext cx="6528816" cy="1452661"/>
          </a:xfrm>
          <a:prstGeom prst="rect">
            <a:avLst/>
          </a:prstGeom>
        </p:spPr>
      </p:pic>
    </p:spTree>
    <p:extLst>
      <p:ext uri="{BB962C8B-B14F-4D97-AF65-F5344CB8AC3E}">
        <p14:creationId xmlns:p14="http://schemas.microsoft.com/office/powerpoint/2010/main" val="3374679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A9311-F42D-DA0E-DE89-08C16A8C1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DAF00-DA91-A8DB-ED4F-FCD24EB99839}"/>
              </a:ext>
            </a:extLst>
          </p:cNvPr>
          <p:cNvSpPr>
            <a:spLocks noGrp="1"/>
          </p:cNvSpPr>
          <p:nvPr>
            <p:ph type="title"/>
          </p:nvPr>
        </p:nvSpPr>
        <p:spPr/>
        <p:txBody>
          <a:bodyPr vert="horz" lIns="274320" tIns="182880" rIns="274320" bIns="182880" rtlCol="0" anchor="ctr" anchorCtr="1">
            <a:normAutofit/>
          </a:bodyPr>
          <a:lstStyle/>
          <a:p>
            <a:r>
              <a:rPr lang="en-US"/>
              <a:t>What is the output?</a:t>
            </a:r>
          </a:p>
        </p:txBody>
      </p:sp>
      <p:pic>
        <p:nvPicPr>
          <p:cNvPr id="4" name="Content Placeholder 3">
            <a:extLst>
              <a:ext uri="{FF2B5EF4-FFF2-40B4-BE49-F238E27FC236}">
                <a16:creationId xmlns:a16="http://schemas.microsoft.com/office/drawing/2014/main" id="{44A734ED-2120-DC06-77E6-072A1D4FDCD1}"/>
              </a:ext>
            </a:extLst>
          </p:cNvPr>
          <p:cNvPicPr>
            <a:picLocks noGrp="1" noChangeAspect="1"/>
          </p:cNvPicPr>
          <p:nvPr>
            <p:ph idx="1"/>
          </p:nvPr>
        </p:nvPicPr>
        <p:blipFill>
          <a:blip r:embed="rId2"/>
          <a:stretch>
            <a:fillRect/>
          </a:stretch>
        </p:blipFill>
        <p:spPr>
          <a:xfrm>
            <a:off x="6735763" y="1794089"/>
            <a:ext cx="4816475" cy="3269823"/>
          </a:xfrm>
          <a:prstGeom prst="rect">
            <a:avLst/>
          </a:prstGeom>
        </p:spPr>
      </p:pic>
      <p:sp>
        <p:nvSpPr>
          <p:cNvPr id="13" name="Text Placeholder 12">
            <a:extLst>
              <a:ext uri="{FF2B5EF4-FFF2-40B4-BE49-F238E27FC236}">
                <a16:creationId xmlns:a16="http://schemas.microsoft.com/office/drawing/2014/main" id="{2FAA5016-C6EA-EF18-1188-3A79428B2891}"/>
              </a:ext>
            </a:extLst>
          </p:cNvPr>
          <p:cNvSpPr>
            <a:spLocks noGrp="1"/>
          </p:cNvSpPr>
          <p:nvPr>
            <p:ph type="body" sz="half" idx="2"/>
          </p:nvPr>
        </p:nvSpPr>
        <p:spPr/>
        <p:txBody>
          <a:bodyPr/>
          <a:lstStyle/>
          <a:p>
            <a:endParaRPr lang="en-CA"/>
          </a:p>
        </p:txBody>
      </p:sp>
    </p:spTree>
    <p:extLst>
      <p:ext uri="{BB962C8B-B14F-4D97-AF65-F5344CB8AC3E}">
        <p14:creationId xmlns:p14="http://schemas.microsoft.com/office/powerpoint/2010/main" val="485648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B2178-87B0-D691-8D0F-0D9BD7D58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62EFC-F2D6-B2FD-C7F7-AAEB996954A4}"/>
              </a:ext>
            </a:extLst>
          </p:cNvPr>
          <p:cNvSpPr>
            <a:spLocks noGrp="1"/>
          </p:cNvSpPr>
          <p:nvPr>
            <p:ph type="title"/>
          </p:nvPr>
        </p:nvSpPr>
        <p:spPr/>
        <p:txBody>
          <a:bodyPr vert="horz" lIns="274320" tIns="182880" rIns="274320" bIns="182880" rtlCol="0" anchor="ctr" anchorCtr="1">
            <a:normAutofit/>
          </a:bodyPr>
          <a:lstStyle/>
          <a:p>
            <a:r>
              <a:rPr lang="en-US"/>
              <a:t>What is the output?</a:t>
            </a:r>
          </a:p>
        </p:txBody>
      </p:sp>
      <p:sp>
        <p:nvSpPr>
          <p:cNvPr id="5" name="Text Placeholder 4">
            <a:extLst>
              <a:ext uri="{FF2B5EF4-FFF2-40B4-BE49-F238E27FC236}">
                <a16:creationId xmlns:a16="http://schemas.microsoft.com/office/drawing/2014/main" id="{01A66251-937A-A8F2-B562-780290B47F8E}"/>
              </a:ext>
            </a:extLst>
          </p:cNvPr>
          <p:cNvSpPr>
            <a:spLocks noGrp="1"/>
          </p:cNvSpPr>
          <p:nvPr>
            <p:ph type="body" sz="half" idx="2"/>
          </p:nvPr>
        </p:nvSpPr>
        <p:spPr/>
        <p:txBody>
          <a:bodyPr/>
          <a:lstStyle/>
          <a:p>
            <a:endParaRPr lang="en-CA" dirty="0"/>
          </a:p>
          <a:p>
            <a:endParaRPr lang="en-CA" dirty="0"/>
          </a:p>
          <a:p>
            <a:endParaRPr lang="en-CA" dirty="0"/>
          </a:p>
          <a:p>
            <a:endParaRPr lang="en-CA" dirty="0"/>
          </a:p>
          <a:p>
            <a:endParaRPr lang="en-CA" dirty="0"/>
          </a:p>
          <a:p>
            <a:r>
              <a:rPr lang="en-US" sz="2000" dirty="0">
                <a:solidFill>
                  <a:schemeClr val="bg1"/>
                </a:solidFill>
              </a:rPr>
              <a:t>Whoops! That’s </a:t>
            </a:r>
            <a:r>
              <a:rPr lang="en-US" sz="2000">
                <a:solidFill>
                  <a:schemeClr val="bg1"/>
                </a:solidFill>
              </a:rPr>
              <a:t>not right</a:t>
            </a:r>
            <a:endParaRPr lang="en-US" sz="2000" dirty="0">
              <a:solidFill>
                <a:schemeClr val="bg1"/>
              </a:solidFill>
            </a:endParaRPr>
          </a:p>
          <a:p>
            <a:endParaRPr lang="en-CA" dirty="0"/>
          </a:p>
        </p:txBody>
      </p:sp>
      <p:sp>
        <p:nvSpPr>
          <p:cNvPr id="10" name="TextBox 9">
            <a:extLst>
              <a:ext uri="{FF2B5EF4-FFF2-40B4-BE49-F238E27FC236}">
                <a16:creationId xmlns:a16="http://schemas.microsoft.com/office/drawing/2014/main" id="{B53007C6-D3AE-4A8C-FE93-5967ABF9CB44}"/>
              </a:ext>
            </a:extLst>
          </p:cNvPr>
          <p:cNvSpPr txBox="1"/>
          <p:nvPr/>
        </p:nvSpPr>
        <p:spPr>
          <a:xfrm>
            <a:off x="6735763" y="1011582"/>
            <a:ext cx="6098582" cy="1477328"/>
          </a:xfrm>
          <a:prstGeom prst="rect">
            <a:avLst/>
          </a:prstGeom>
          <a:noFill/>
        </p:spPr>
        <p:txBody>
          <a:bodyPr wrap="square">
            <a:spAutoFit/>
          </a:bodyPr>
          <a:lstStyle/>
          <a:p>
            <a:r>
              <a:rPr lang="en-US"/>
              <a:t># Two deposits into an account</a:t>
            </a:r>
          </a:p>
          <a:p>
            <a:r>
              <a:rPr lang="en-US"/>
              <a:t>balance = 0.10 + 0.20</a:t>
            </a:r>
          </a:p>
          <a:p>
            <a:endParaRPr lang="en-US"/>
          </a:p>
          <a:p>
            <a:r>
              <a:rPr lang="en-US"/>
              <a:t>print(balance)</a:t>
            </a:r>
          </a:p>
          <a:p>
            <a:r>
              <a:rPr lang="en-US"/>
              <a:t>print(balance == 0.30)</a:t>
            </a:r>
          </a:p>
        </p:txBody>
      </p:sp>
    </p:spTree>
    <p:extLst>
      <p:ext uri="{BB962C8B-B14F-4D97-AF65-F5344CB8AC3E}">
        <p14:creationId xmlns:p14="http://schemas.microsoft.com/office/powerpoint/2010/main" val="2585382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EF5CB-C264-8084-096F-15175AA5C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75C28-E53E-8691-01F4-2EA4E245EE43}"/>
              </a:ext>
            </a:extLst>
          </p:cNvPr>
          <p:cNvSpPr>
            <a:spLocks noGrp="1"/>
          </p:cNvSpPr>
          <p:nvPr>
            <p:ph type="title"/>
          </p:nvPr>
        </p:nvSpPr>
        <p:spPr/>
        <p:txBody>
          <a:bodyPr vert="horz" lIns="274320" tIns="182880" rIns="274320" bIns="182880" rtlCol="0" anchor="ctr" anchorCtr="1">
            <a:normAutofit/>
          </a:bodyPr>
          <a:lstStyle/>
          <a:p>
            <a:r>
              <a:rPr lang="en-US"/>
              <a:t>What is the output?</a:t>
            </a:r>
          </a:p>
        </p:txBody>
      </p:sp>
      <p:sp>
        <p:nvSpPr>
          <p:cNvPr id="5" name="Text Placeholder 4">
            <a:extLst>
              <a:ext uri="{FF2B5EF4-FFF2-40B4-BE49-F238E27FC236}">
                <a16:creationId xmlns:a16="http://schemas.microsoft.com/office/drawing/2014/main" id="{2A9DF297-1706-D80A-C5AF-92AF6B0DA0A8}"/>
              </a:ext>
            </a:extLst>
          </p:cNvPr>
          <p:cNvSpPr>
            <a:spLocks noGrp="1"/>
          </p:cNvSpPr>
          <p:nvPr>
            <p:ph type="body" sz="half" idx="2"/>
          </p:nvPr>
        </p:nvSpPr>
        <p:spPr/>
        <p:txBody>
          <a:bodyPr/>
          <a:lstStyle/>
          <a:p>
            <a:endParaRPr lang="en-CA" dirty="0"/>
          </a:p>
          <a:p>
            <a:endParaRPr lang="en-CA" dirty="0"/>
          </a:p>
          <a:p>
            <a:endParaRPr lang="en-CA" dirty="0"/>
          </a:p>
          <a:p>
            <a:endParaRPr lang="en-CA" dirty="0"/>
          </a:p>
          <a:p>
            <a:endParaRPr lang="en-CA" dirty="0"/>
          </a:p>
          <a:p>
            <a:r>
              <a:rPr lang="en-US" sz="2000" dirty="0">
                <a:solidFill>
                  <a:schemeClr val="bg1"/>
                </a:solidFill>
              </a:rPr>
              <a:t>Whoops! That’s not right!</a:t>
            </a:r>
          </a:p>
          <a:p>
            <a:endParaRPr lang="en-CA" dirty="0"/>
          </a:p>
        </p:txBody>
      </p:sp>
      <p:cxnSp>
        <p:nvCxnSpPr>
          <p:cNvPr id="7" name="Straight Arrow Connector 6">
            <a:extLst>
              <a:ext uri="{FF2B5EF4-FFF2-40B4-BE49-F238E27FC236}">
                <a16:creationId xmlns:a16="http://schemas.microsoft.com/office/drawing/2014/main" id="{B460EFB3-0A6B-A810-F40F-FA4BF3FCDD61}"/>
              </a:ext>
            </a:extLst>
          </p:cNvPr>
          <p:cNvCxnSpPr>
            <a:cxnSpLocks/>
          </p:cNvCxnSpPr>
          <p:nvPr/>
        </p:nvCxnSpPr>
        <p:spPr>
          <a:xfrm flipV="1">
            <a:off x="4512564" y="3146156"/>
            <a:ext cx="2223199" cy="23910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74F5753-3688-5E51-16E4-678D22FC0616}"/>
              </a:ext>
            </a:extLst>
          </p:cNvPr>
          <p:cNvSpPr txBox="1"/>
          <p:nvPr/>
        </p:nvSpPr>
        <p:spPr>
          <a:xfrm>
            <a:off x="6735763" y="1011582"/>
            <a:ext cx="6098582" cy="2585323"/>
          </a:xfrm>
          <a:prstGeom prst="rect">
            <a:avLst/>
          </a:prstGeom>
          <a:noFill/>
        </p:spPr>
        <p:txBody>
          <a:bodyPr wrap="square">
            <a:spAutoFit/>
          </a:bodyPr>
          <a:lstStyle/>
          <a:p>
            <a:r>
              <a:rPr lang="en-US"/>
              <a:t># Two deposits into an account</a:t>
            </a:r>
          </a:p>
          <a:p>
            <a:r>
              <a:rPr lang="en-US"/>
              <a:t>balance = 0.10 + 0.20</a:t>
            </a:r>
          </a:p>
          <a:p>
            <a:endParaRPr lang="en-US"/>
          </a:p>
          <a:p>
            <a:r>
              <a:rPr lang="en-US"/>
              <a:t>print(balance)</a:t>
            </a:r>
          </a:p>
          <a:p>
            <a:r>
              <a:rPr lang="en-US"/>
              <a:t>print(balance == 0.30)</a:t>
            </a:r>
          </a:p>
          <a:p>
            <a:endParaRPr lang="en-US"/>
          </a:p>
          <a:p>
            <a:r>
              <a:rPr lang="en-US" b="1"/>
              <a:t>Output:</a:t>
            </a:r>
          </a:p>
          <a:p>
            <a:r>
              <a:rPr lang="en-US"/>
              <a:t>0.30000000000000004</a:t>
            </a:r>
          </a:p>
          <a:p>
            <a:r>
              <a:rPr lang="en-US"/>
              <a:t>False</a:t>
            </a:r>
          </a:p>
        </p:txBody>
      </p:sp>
    </p:spTree>
    <p:extLst>
      <p:ext uri="{BB962C8B-B14F-4D97-AF65-F5344CB8AC3E}">
        <p14:creationId xmlns:p14="http://schemas.microsoft.com/office/powerpoint/2010/main" val="4248860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B9855-9C29-BA8B-D07D-142823CF3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CE670-863C-4590-BB24-28F32E3D071E}"/>
              </a:ext>
            </a:extLst>
          </p:cNvPr>
          <p:cNvSpPr>
            <a:spLocks noGrp="1"/>
          </p:cNvSpPr>
          <p:nvPr>
            <p:ph type="title"/>
          </p:nvPr>
        </p:nvSpPr>
        <p:spPr/>
        <p:txBody>
          <a:bodyPr vert="horz" lIns="274320" tIns="182880" rIns="274320" bIns="182880" rtlCol="0" anchor="ctr" anchorCtr="1">
            <a:normAutofit/>
          </a:bodyPr>
          <a:lstStyle/>
          <a:p>
            <a:r>
              <a:rPr lang="en-US"/>
              <a:t>Solution 1: Thresholds</a:t>
            </a:r>
          </a:p>
        </p:txBody>
      </p:sp>
      <p:sp>
        <p:nvSpPr>
          <p:cNvPr id="5" name="Text Placeholder 4">
            <a:extLst>
              <a:ext uri="{FF2B5EF4-FFF2-40B4-BE49-F238E27FC236}">
                <a16:creationId xmlns:a16="http://schemas.microsoft.com/office/drawing/2014/main" id="{33A2E34A-C52D-805C-FDEF-769A8150B02F}"/>
              </a:ext>
            </a:extLst>
          </p:cNvPr>
          <p:cNvSpPr>
            <a:spLocks noGrp="1"/>
          </p:cNvSpPr>
          <p:nvPr>
            <p:ph type="body" sz="half" idx="2"/>
          </p:nvPr>
        </p:nvSpPr>
        <p:spPr/>
        <p:txBody>
          <a:bodyPr/>
          <a:lstStyle/>
          <a:p>
            <a:endParaRPr lang="en-CA" dirty="0"/>
          </a:p>
          <a:p>
            <a:endParaRPr lang="en-CA" dirty="0"/>
          </a:p>
          <a:p>
            <a:endParaRPr lang="en-CA" dirty="0"/>
          </a:p>
          <a:p>
            <a:endParaRPr lang="en-CA" dirty="0"/>
          </a:p>
          <a:p>
            <a:endParaRPr lang="en-CA" dirty="0"/>
          </a:p>
          <a:p>
            <a:r>
              <a:rPr lang="en-US" sz="2000">
                <a:solidFill>
                  <a:schemeClr val="bg1"/>
                </a:solidFill>
              </a:rPr>
              <a:t>This is now correct</a:t>
            </a:r>
            <a:endParaRPr lang="en-US" sz="2000" dirty="0">
              <a:solidFill>
                <a:schemeClr val="bg1"/>
              </a:solidFill>
            </a:endParaRPr>
          </a:p>
          <a:p>
            <a:endParaRPr lang="en-CA" dirty="0"/>
          </a:p>
        </p:txBody>
      </p:sp>
      <p:cxnSp>
        <p:nvCxnSpPr>
          <p:cNvPr id="7" name="Straight Arrow Connector 6">
            <a:extLst>
              <a:ext uri="{FF2B5EF4-FFF2-40B4-BE49-F238E27FC236}">
                <a16:creationId xmlns:a16="http://schemas.microsoft.com/office/drawing/2014/main" id="{4A385E2A-58EC-A641-0F93-3620A306E323}"/>
              </a:ext>
            </a:extLst>
          </p:cNvPr>
          <p:cNvCxnSpPr>
            <a:cxnSpLocks/>
          </p:cNvCxnSpPr>
          <p:nvPr/>
        </p:nvCxnSpPr>
        <p:spPr>
          <a:xfrm flipV="1">
            <a:off x="4512564" y="4510007"/>
            <a:ext cx="2223199" cy="10271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3CF2230-8EE9-1754-F3DE-78A59120C880}"/>
              </a:ext>
            </a:extLst>
          </p:cNvPr>
          <p:cNvSpPr txBox="1"/>
          <p:nvPr/>
        </p:nvSpPr>
        <p:spPr>
          <a:xfrm>
            <a:off x="6735763" y="1011582"/>
            <a:ext cx="6098582" cy="3693319"/>
          </a:xfrm>
          <a:prstGeom prst="rect">
            <a:avLst/>
          </a:prstGeom>
          <a:noFill/>
        </p:spPr>
        <p:txBody>
          <a:bodyPr wrap="square">
            <a:spAutoFit/>
          </a:bodyPr>
          <a:lstStyle/>
          <a:p>
            <a:r>
              <a:rPr lang="en-US"/>
              <a:t># Two deposits into an account</a:t>
            </a:r>
          </a:p>
          <a:p>
            <a:r>
              <a:rPr lang="en-US"/>
              <a:t>balance = 0.10 + 0.20</a:t>
            </a:r>
          </a:p>
          <a:p>
            <a:endParaRPr lang="en-US"/>
          </a:p>
          <a:p>
            <a:r>
              <a:rPr lang="en-US"/>
              <a:t>print(balance)</a:t>
            </a:r>
          </a:p>
          <a:p>
            <a:r>
              <a:rPr lang="en-US"/>
              <a:t>print(balance == 0.30)</a:t>
            </a:r>
          </a:p>
          <a:p>
            <a:endParaRPr lang="en-US"/>
          </a:p>
          <a:p>
            <a:r>
              <a:rPr lang="en-US"/>
              <a:t>threshold = 0.0000001</a:t>
            </a:r>
          </a:p>
          <a:p>
            <a:r>
              <a:rPr lang="en-US"/>
              <a:t>print(abs(balance - 0.30) &lt; threshold)</a:t>
            </a:r>
          </a:p>
          <a:p>
            <a:endParaRPr lang="en-US"/>
          </a:p>
          <a:p>
            <a:r>
              <a:rPr lang="en-US" b="1"/>
              <a:t>Output:</a:t>
            </a:r>
          </a:p>
          <a:p>
            <a:r>
              <a:rPr lang="en-US"/>
              <a:t>0.30000000000000004</a:t>
            </a:r>
          </a:p>
          <a:p>
            <a:r>
              <a:rPr lang="en-US"/>
              <a:t>False</a:t>
            </a:r>
          </a:p>
          <a:p>
            <a:r>
              <a:rPr lang="en-US"/>
              <a:t>True</a:t>
            </a:r>
          </a:p>
        </p:txBody>
      </p:sp>
    </p:spTree>
    <p:extLst>
      <p:ext uri="{BB962C8B-B14F-4D97-AF65-F5344CB8AC3E}">
        <p14:creationId xmlns:p14="http://schemas.microsoft.com/office/powerpoint/2010/main" val="4121296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715C7-D0BC-A59D-57AD-471E41E0AA6D}"/>
              </a:ext>
            </a:extLst>
          </p:cNvPr>
          <p:cNvSpPr>
            <a:spLocks noGrp="1"/>
          </p:cNvSpPr>
          <p:nvPr>
            <p:ph type="title"/>
          </p:nvPr>
        </p:nvSpPr>
        <p:spPr/>
        <p:txBody>
          <a:bodyPr/>
          <a:lstStyle/>
          <a:p>
            <a:r>
              <a:rPr lang="en-US"/>
              <a:t>Solution 2: Math</a:t>
            </a:r>
            <a:r>
              <a:rPr lang="en-US" dirty="0" err="1"/>
              <a:t>.isclose</a:t>
            </a:r>
            <a:endParaRPr lang="en-US" dirty="0"/>
          </a:p>
        </p:txBody>
      </p:sp>
      <p:sp>
        <p:nvSpPr>
          <p:cNvPr id="3" name="Content Placeholder 2">
            <a:extLst>
              <a:ext uri="{FF2B5EF4-FFF2-40B4-BE49-F238E27FC236}">
                <a16:creationId xmlns:a16="http://schemas.microsoft.com/office/drawing/2014/main" id="{7E9E91CB-FDF8-56AA-4B60-12462C251C96}"/>
              </a:ext>
            </a:extLst>
          </p:cNvPr>
          <p:cNvSpPr>
            <a:spLocks noGrp="1"/>
          </p:cNvSpPr>
          <p:nvPr>
            <p:ph idx="1"/>
          </p:nvPr>
        </p:nvSpPr>
        <p:spPr>
          <a:xfrm>
            <a:off x="2231136" y="2638045"/>
            <a:ext cx="7729728" cy="1608836"/>
          </a:xfrm>
        </p:spPr>
        <p:txBody>
          <a:bodyPr>
            <a:normAutofit fontScale="92500" lnSpcReduction="10000"/>
          </a:bodyPr>
          <a:lstStyle/>
          <a:p>
            <a:r>
              <a:rPr lang="en-US" sz="2800" dirty="0"/>
              <a:t>The math library has a method </a:t>
            </a:r>
            <a:r>
              <a:rPr lang="en-US" sz="2800" dirty="0" err="1"/>
              <a:t>isclose</a:t>
            </a:r>
            <a:r>
              <a:rPr lang="en-US" sz="2800" dirty="0"/>
              <a:t> that determines if 2 floating point numbers are really close</a:t>
            </a:r>
          </a:p>
          <a:p>
            <a:pPr lvl="1"/>
            <a:r>
              <a:rPr lang="en-US" sz="2400" dirty="0"/>
              <a:t>Has a default tolerance of 9 decimal places but can be configured </a:t>
            </a:r>
          </a:p>
          <a:p>
            <a:endParaRPr lang="en-US" sz="2800" dirty="0"/>
          </a:p>
        </p:txBody>
      </p:sp>
      <p:sp>
        <p:nvSpPr>
          <p:cNvPr id="4" name="TextBox 3">
            <a:extLst>
              <a:ext uri="{FF2B5EF4-FFF2-40B4-BE49-F238E27FC236}">
                <a16:creationId xmlns:a16="http://schemas.microsoft.com/office/drawing/2014/main" id="{B103940A-6BDB-4E53-332D-5B2C2CF6B8C2}"/>
              </a:ext>
            </a:extLst>
          </p:cNvPr>
          <p:cNvSpPr txBox="1"/>
          <p:nvPr/>
        </p:nvSpPr>
        <p:spPr>
          <a:xfrm>
            <a:off x="1150749" y="4731514"/>
            <a:ext cx="10495181" cy="523220"/>
          </a:xfrm>
          <a:prstGeom prst="rect">
            <a:avLst/>
          </a:prstGeom>
          <a:noFill/>
        </p:spPr>
        <p:txBody>
          <a:bodyPr wrap="none" rtlCol="0">
            <a:spAutoFit/>
          </a:bodyPr>
          <a:lstStyle/>
          <a:p>
            <a:r>
              <a:rPr lang="en-US" sz="2800" dirty="0" err="1">
                <a:latin typeface="Courier New" panose="02070309020205020404" pitchFamily="49" charset="0"/>
                <a:cs typeface="Courier New" panose="02070309020205020404" pitchFamily="49" charset="0"/>
              </a:rPr>
              <a:t>math.isclose</a:t>
            </a:r>
            <a:r>
              <a:rPr lang="en-US" sz="2800" dirty="0">
                <a:latin typeface="Courier New" panose="02070309020205020404" pitchFamily="49" charset="0"/>
                <a:cs typeface="Courier New" panose="02070309020205020404" pitchFamily="49" charset="0"/>
              </a:rPr>
              <a:t>(float_variable_1, float_variable_2)</a:t>
            </a:r>
          </a:p>
        </p:txBody>
      </p:sp>
    </p:spTree>
    <p:extLst>
      <p:ext uri="{BB962C8B-B14F-4D97-AF65-F5344CB8AC3E}">
        <p14:creationId xmlns:p14="http://schemas.microsoft.com/office/powerpoint/2010/main" val="462088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E9EAB-393F-D9A1-E1F0-4E10CD1B9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C355A-6017-F72A-32B6-F6C191922187}"/>
              </a:ext>
            </a:extLst>
          </p:cNvPr>
          <p:cNvSpPr>
            <a:spLocks noGrp="1"/>
          </p:cNvSpPr>
          <p:nvPr>
            <p:ph type="title"/>
          </p:nvPr>
        </p:nvSpPr>
        <p:spPr>
          <a:prstGeom prst="roundRect">
            <a:avLst>
              <a:gd name="adj" fmla="val 14141"/>
            </a:avLst>
          </a:prstGeom>
        </p:spPr>
        <p:txBody>
          <a:bodyPr vert="horz" lIns="274320" tIns="182880" rIns="274320" bIns="182880" rtlCol="0" anchor="ctr" anchorCtr="1">
            <a:normAutofit/>
          </a:bodyPr>
          <a:lstStyle/>
          <a:p>
            <a:r>
              <a:rPr lang="en-US"/>
              <a:t>Comparing Floats</a:t>
            </a:r>
          </a:p>
        </p:txBody>
      </p:sp>
      <p:pic>
        <p:nvPicPr>
          <p:cNvPr id="4" name="Content Placeholder 3">
            <a:extLst>
              <a:ext uri="{FF2B5EF4-FFF2-40B4-BE49-F238E27FC236}">
                <a16:creationId xmlns:a16="http://schemas.microsoft.com/office/drawing/2014/main" id="{7D28902A-EC13-2459-696B-5DEC9B317806}"/>
              </a:ext>
            </a:extLst>
          </p:cNvPr>
          <p:cNvPicPr>
            <a:picLocks noGrp="1" noChangeAspect="1"/>
          </p:cNvPicPr>
          <p:nvPr>
            <p:ph idx="1"/>
          </p:nvPr>
        </p:nvPicPr>
        <p:blipFill>
          <a:blip r:embed="rId2"/>
          <a:stretch>
            <a:fillRect/>
          </a:stretch>
        </p:blipFill>
        <p:spPr>
          <a:xfrm>
            <a:off x="6735763" y="1794089"/>
            <a:ext cx="4816475" cy="3269823"/>
          </a:xfrm>
          <a:prstGeom prst="rect">
            <a:avLst/>
          </a:prstGeom>
        </p:spPr>
      </p:pic>
      <p:sp>
        <p:nvSpPr>
          <p:cNvPr id="3" name="Text Placeholder 2">
            <a:extLst>
              <a:ext uri="{FF2B5EF4-FFF2-40B4-BE49-F238E27FC236}">
                <a16:creationId xmlns:a16="http://schemas.microsoft.com/office/drawing/2014/main" id="{A3B9C1DD-495F-15D0-BA55-AF9FBD6F6536}"/>
              </a:ext>
            </a:extLst>
          </p:cNvPr>
          <p:cNvSpPr>
            <a:spLocks noGrp="1"/>
          </p:cNvSpPr>
          <p:nvPr>
            <p:ph type="body" sz="half" idx="2"/>
          </p:nvPr>
        </p:nvSpPr>
        <p:spPr/>
        <p:txBody>
          <a:bodyPr>
            <a:normAutofit/>
          </a:bodyPr>
          <a:lstStyle/>
          <a:p>
            <a:r>
              <a:rPr lang="en-US" sz="2000" dirty="0">
                <a:solidFill>
                  <a:schemeClr val="bg1"/>
                </a:solidFill>
              </a:rPr>
              <a:t>Fix the code to avoid directly </a:t>
            </a:r>
          </a:p>
          <a:p>
            <a:r>
              <a:rPr lang="en-US" sz="2000" dirty="0">
                <a:solidFill>
                  <a:schemeClr val="bg1"/>
                </a:solidFill>
              </a:rPr>
              <a:t>comparing floating points</a:t>
            </a:r>
          </a:p>
          <a:p>
            <a:endParaRPr lang="en-CA" sz="2000" dirty="0"/>
          </a:p>
        </p:txBody>
      </p:sp>
    </p:spTree>
    <p:extLst>
      <p:ext uri="{BB962C8B-B14F-4D97-AF65-F5344CB8AC3E}">
        <p14:creationId xmlns:p14="http://schemas.microsoft.com/office/powerpoint/2010/main" val="151319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75629-5FC6-3044-EAC7-D2514EE2B091}"/>
              </a:ext>
            </a:extLst>
          </p:cNvPr>
          <p:cNvSpPr>
            <a:spLocks noGrp="1"/>
          </p:cNvSpPr>
          <p:nvPr>
            <p:ph type="title"/>
          </p:nvPr>
        </p:nvSpPr>
        <p:spPr>
          <a:prstGeom prst="roundRect">
            <a:avLst>
              <a:gd name="adj" fmla="val 14141"/>
            </a:avLst>
          </a:prstGeom>
        </p:spPr>
        <p:txBody>
          <a:bodyPr vert="horz" lIns="274320" tIns="182880" rIns="274320" bIns="182880" rtlCol="0" anchor="ctr" anchorCtr="1">
            <a:normAutofit/>
          </a:bodyPr>
          <a:lstStyle/>
          <a:p>
            <a:r>
              <a:rPr lang="en-US"/>
              <a:t>Comparing Floats</a:t>
            </a:r>
          </a:p>
        </p:txBody>
      </p:sp>
      <p:sp>
        <p:nvSpPr>
          <p:cNvPr id="3" name="Text Placeholder 2">
            <a:extLst>
              <a:ext uri="{FF2B5EF4-FFF2-40B4-BE49-F238E27FC236}">
                <a16:creationId xmlns:a16="http://schemas.microsoft.com/office/drawing/2014/main" id="{6C0F3F70-672C-4758-B9E1-F042D18CEF24}"/>
              </a:ext>
            </a:extLst>
          </p:cNvPr>
          <p:cNvSpPr>
            <a:spLocks noGrp="1"/>
          </p:cNvSpPr>
          <p:nvPr>
            <p:ph type="body" sz="half" idx="2"/>
          </p:nvPr>
        </p:nvSpPr>
        <p:spPr/>
        <p:txBody>
          <a:bodyPr>
            <a:normAutofit/>
          </a:bodyPr>
          <a:lstStyle/>
          <a:p>
            <a:r>
              <a:rPr lang="en-US" sz="2000">
                <a:solidFill>
                  <a:schemeClr val="bg1"/>
                </a:solidFill>
              </a:rPr>
              <a:t>Can use a threshold to identify the tiny value left over doesn’t mean anything in our comparison.</a:t>
            </a:r>
            <a:endParaRPr lang="en-CA" sz="2000" dirty="0"/>
          </a:p>
        </p:txBody>
      </p:sp>
      <p:sp>
        <p:nvSpPr>
          <p:cNvPr id="10" name="Content Placeholder 9">
            <a:extLst>
              <a:ext uri="{FF2B5EF4-FFF2-40B4-BE49-F238E27FC236}">
                <a16:creationId xmlns:a16="http://schemas.microsoft.com/office/drawing/2014/main" id="{5B1431A6-9893-C186-3066-85535553C46C}"/>
              </a:ext>
            </a:extLst>
          </p:cNvPr>
          <p:cNvSpPr>
            <a:spLocks noGrp="1"/>
          </p:cNvSpPr>
          <p:nvPr>
            <p:ph idx="1"/>
          </p:nvPr>
        </p:nvSpPr>
        <p:spPr>
          <a:xfrm>
            <a:off x="6736080" y="170481"/>
            <a:ext cx="4815840" cy="6571282"/>
          </a:xfrm>
        </p:spPr>
        <p:txBody>
          <a:bodyPr>
            <a:normAutofit fontScale="62500" lnSpcReduction="20000"/>
          </a:bodyPr>
          <a:lstStyle/>
          <a:p>
            <a:pPr marL="0" indent="0">
              <a:buNone/>
            </a:pPr>
            <a:r>
              <a:rPr lang="en-US"/>
              <a:t># Consider the following</a:t>
            </a:r>
          </a:p>
          <a:p>
            <a:pPr marL="0" indent="0">
              <a:buNone/>
            </a:pPr>
            <a:r>
              <a:rPr lang="en-US"/>
              <a:t># what is the output</a:t>
            </a:r>
          </a:p>
          <a:p>
            <a:pPr marL="0" indent="0">
              <a:buNone/>
            </a:pPr>
            <a:endParaRPr lang="en-US"/>
          </a:p>
          <a:p>
            <a:pPr marL="0" indent="0">
              <a:buNone/>
            </a:pPr>
            <a:r>
              <a:rPr lang="en-US"/>
              <a:t>invoice = 18.58</a:t>
            </a:r>
          </a:p>
          <a:p>
            <a:pPr marL="0" indent="0">
              <a:buNone/>
            </a:pPr>
            <a:r>
              <a:rPr lang="en-US"/>
              <a:t>first_payment = 18.10</a:t>
            </a:r>
          </a:p>
          <a:p>
            <a:pPr marL="0" indent="0">
              <a:buNone/>
            </a:pPr>
            <a:r>
              <a:rPr lang="en-US"/>
              <a:t>second_payment = 0.48</a:t>
            </a:r>
          </a:p>
          <a:p>
            <a:pPr marL="0" indent="0">
              <a:buNone/>
            </a:pPr>
            <a:r>
              <a:rPr lang="en-US"/>
              <a:t>threshold = 0.0000001</a:t>
            </a:r>
          </a:p>
          <a:p>
            <a:pPr marL="0" indent="0">
              <a:buNone/>
            </a:pPr>
            <a:endParaRPr lang="en-US"/>
          </a:p>
          <a:p>
            <a:pPr marL="0" indent="0">
              <a:buNone/>
            </a:pPr>
            <a:r>
              <a:rPr lang="en-US"/>
              <a:t>remainder = invoice - (first_payment + second_payment)</a:t>
            </a:r>
          </a:p>
          <a:p>
            <a:pPr marL="0" indent="0">
              <a:buNone/>
            </a:pPr>
            <a:endParaRPr lang="en-US"/>
          </a:p>
          <a:p>
            <a:pPr marL="0" indent="0">
              <a:buNone/>
            </a:pPr>
            <a:r>
              <a:rPr lang="en-US"/>
              <a:t>print(f"invoice: {invoice}")</a:t>
            </a:r>
          </a:p>
          <a:p>
            <a:pPr marL="0" indent="0">
              <a:buNone/>
            </a:pPr>
            <a:r>
              <a:rPr lang="en-US"/>
              <a:t>print(f"total payments: {first_payment + second_payment}")</a:t>
            </a:r>
          </a:p>
          <a:p>
            <a:pPr marL="0" indent="0">
              <a:buNone/>
            </a:pPr>
            <a:r>
              <a:rPr lang="en-US"/>
              <a:t>print(f"remainder: {remainder}")</a:t>
            </a:r>
          </a:p>
          <a:p>
            <a:pPr marL="0" indent="0">
              <a:buNone/>
            </a:pPr>
            <a:endParaRPr lang="en-US"/>
          </a:p>
          <a:p>
            <a:pPr marL="0" indent="0">
              <a:buNone/>
            </a:pPr>
            <a:r>
              <a:rPr lang="en-US"/>
              <a:t>if abs(remainder) &lt; threshold:</a:t>
            </a:r>
          </a:p>
          <a:p>
            <a:pPr marL="0" indent="0">
              <a:buNone/>
            </a:pPr>
            <a:r>
              <a:rPr lang="en-US"/>
              <a:t>    print("invoice paid")</a:t>
            </a:r>
          </a:p>
          <a:p>
            <a:pPr marL="0" indent="0">
              <a:buNone/>
            </a:pPr>
            <a:r>
              <a:rPr lang="en-US"/>
              <a:t>else:</a:t>
            </a:r>
          </a:p>
          <a:p>
            <a:pPr marL="0" indent="0">
              <a:buNone/>
            </a:pPr>
            <a:r>
              <a:rPr lang="en-US"/>
              <a:t>    print("more money to pay")</a:t>
            </a:r>
          </a:p>
          <a:p>
            <a:pPr marL="0" indent="0">
              <a:buNone/>
            </a:pPr>
            <a:endParaRPr lang="en-US" b="1"/>
          </a:p>
          <a:p>
            <a:pPr marL="0" indent="0">
              <a:buNone/>
            </a:pPr>
            <a:r>
              <a:rPr lang="en-US" b="1"/>
              <a:t>Output:</a:t>
            </a:r>
          </a:p>
          <a:p>
            <a:pPr marL="0" indent="0">
              <a:buNone/>
            </a:pPr>
            <a:r>
              <a:rPr lang="en-US"/>
              <a:t>invoice: 18.58</a:t>
            </a:r>
          </a:p>
          <a:p>
            <a:pPr marL="0" indent="0">
              <a:buNone/>
            </a:pPr>
            <a:r>
              <a:rPr lang="en-US"/>
              <a:t>total payments: 18.580000000000002</a:t>
            </a:r>
          </a:p>
          <a:p>
            <a:pPr marL="0" indent="0">
              <a:buNone/>
            </a:pPr>
            <a:r>
              <a:rPr lang="en-US"/>
              <a:t>remainder: -3.552713678800501e-15</a:t>
            </a:r>
          </a:p>
          <a:p>
            <a:pPr marL="0" indent="0">
              <a:buNone/>
            </a:pPr>
            <a:r>
              <a:rPr lang="en-US"/>
              <a:t>invoice paid</a:t>
            </a:r>
          </a:p>
        </p:txBody>
      </p:sp>
    </p:spTree>
    <p:extLst>
      <p:ext uri="{BB962C8B-B14F-4D97-AF65-F5344CB8AC3E}">
        <p14:creationId xmlns:p14="http://schemas.microsoft.com/office/powerpoint/2010/main" val="103225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276E-DAD5-B5AD-44A1-2522DD879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41F79-5695-7FCE-844E-64A1A07D13D6}"/>
              </a:ext>
            </a:extLst>
          </p:cNvPr>
          <p:cNvSpPr>
            <a:spLocks noGrp="1"/>
          </p:cNvSpPr>
          <p:nvPr>
            <p:ph type="title"/>
          </p:nvPr>
        </p:nvSpPr>
        <p:spPr>
          <a:prstGeom prst="roundRect">
            <a:avLst>
              <a:gd name="adj" fmla="val 14141"/>
            </a:avLst>
          </a:prstGeom>
        </p:spPr>
        <p:txBody>
          <a:bodyPr vert="horz" lIns="274320" tIns="182880" rIns="274320" bIns="182880" rtlCol="0" anchor="ctr" anchorCtr="1">
            <a:normAutofit/>
          </a:bodyPr>
          <a:lstStyle/>
          <a:p>
            <a:r>
              <a:rPr lang="en-US"/>
              <a:t>Comparing Floats</a:t>
            </a:r>
          </a:p>
        </p:txBody>
      </p:sp>
      <p:pic>
        <p:nvPicPr>
          <p:cNvPr id="7" name="Content Placeholder 6">
            <a:extLst>
              <a:ext uri="{FF2B5EF4-FFF2-40B4-BE49-F238E27FC236}">
                <a16:creationId xmlns:a16="http://schemas.microsoft.com/office/drawing/2014/main" id="{ABCEA71A-E863-0FF0-9D08-CB69957E195D}"/>
              </a:ext>
            </a:extLst>
          </p:cNvPr>
          <p:cNvPicPr>
            <a:picLocks noGrp="1" noChangeAspect="1"/>
          </p:cNvPicPr>
          <p:nvPr>
            <p:ph idx="1"/>
          </p:nvPr>
        </p:nvPicPr>
        <p:blipFill>
          <a:blip r:embed="rId2"/>
          <a:stretch>
            <a:fillRect/>
          </a:stretch>
        </p:blipFill>
        <p:spPr>
          <a:xfrm>
            <a:off x="6735763" y="1607644"/>
            <a:ext cx="4816475" cy="3642712"/>
          </a:xfrm>
          <a:prstGeom prst="rect">
            <a:avLst/>
          </a:prstGeom>
        </p:spPr>
      </p:pic>
      <p:sp>
        <p:nvSpPr>
          <p:cNvPr id="3" name="Text Placeholder 2">
            <a:extLst>
              <a:ext uri="{FF2B5EF4-FFF2-40B4-BE49-F238E27FC236}">
                <a16:creationId xmlns:a16="http://schemas.microsoft.com/office/drawing/2014/main" id="{A26644D2-AA85-B893-D2F9-952E77753995}"/>
              </a:ext>
            </a:extLst>
          </p:cNvPr>
          <p:cNvSpPr>
            <a:spLocks noGrp="1"/>
          </p:cNvSpPr>
          <p:nvPr>
            <p:ph type="body" sz="half" idx="2"/>
          </p:nvPr>
        </p:nvSpPr>
        <p:spPr/>
        <p:txBody>
          <a:bodyPr>
            <a:normAutofit/>
          </a:bodyPr>
          <a:lstStyle/>
          <a:p>
            <a:r>
              <a:rPr lang="en-US" sz="2000" dirty="0"/>
              <a:t>Fix the code to avoid directly </a:t>
            </a:r>
          </a:p>
          <a:p>
            <a:r>
              <a:rPr lang="en-US" sz="2000" dirty="0"/>
              <a:t>comparing floating points</a:t>
            </a:r>
          </a:p>
          <a:p>
            <a:endParaRPr lang="en-CA" sz="2000" dirty="0"/>
          </a:p>
        </p:txBody>
      </p:sp>
    </p:spTree>
    <p:extLst>
      <p:ext uri="{BB962C8B-B14F-4D97-AF65-F5344CB8AC3E}">
        <p14:creationId xmlns:p14="http://schemas.microsoft.com/office/powerpoint/2010/main" val="3066529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8B53-B6BE-F52E-C659-C1AEA4730050}"/>
              </a:ext>
            </a:extLst>
          </p:cNvPr>
          <p:cNvSpPr>
            <a:spLocks noGrp="1"/>
          </p:cNvSpPr>
          <p:nvPr>
            <p:ph type="title"/>
          </p:nvPr>
        </p:nvSpPr>
        <p:spPr>
          <a:xfrm>
            <a:off x="2231136" y="370332"/>
            <a:ext cx="7729728" cy="1188720"/>
          </a:xfrm>
        </p:spPr>
        <p:txBody>
          <a:bodyPr/>
          <a:lstStyle/>
          <a:p>
            <a:r>
              <a:rPr lang="en-US" dirty="0"/>
              <a:t>Comparing Strings</a:t>
            </a:r>
          </a:p>
        </p:txBody>
      </p:sp>
      <p:sp>
        <p:nvSpPr>
          <p:cNvPr id="3" name="Content Placeholder 2">
            <a:extLst>
              <a:ext uri="{FF2B5EF4-FFF2-40B4-BE49-F238E27FC236}">
                <a16:creationId xmlns:a16="http://schemas.microsoft.com/office/drawing/2014/main" id="{7FF75B04-7797-C760-4882-B8B2FB8769C8}"/>
              </a:ext>
            </a:extLst>
          </p:cNvPr>
          <p:cNvSpPr>
            <a:spLocks noGrp="1"/>
          </p:cNvSpPr>
          <p:nvPr>
            <p:ph idx="1"/>
          </p:nvPr>
        </p:nvSpPr>
        <p:spPr>
          <a:xfrm>
            <a:off x="1060704" y="2298613"/>
            <a:ext cx="2962656" cy="3594696"/>
          </a:xfrm>
        </p:spPr>
        <p:txBody>
          <a:bodyPr>
            <a:normAutofit fontScale="92500"/>
          </a:bodyPr>
          <a:lstStyle/>
          <a:p>
            <a:r>
              <a:rPr lang="en-US" sz="2400" dirty="0"/>
              <a:t>Characters are represented as numbers (binary numbers)</a:t>
            </a:r>
          </a:p>
          <a:p>
            <a:r>
              <a:rPr lang="en-US" sz="2400" dirty="0"/>
              <a:t>For example “A” is character 65,</a:t>
            </a:r>
          </a:p>
          <a:p>
            <a:r>
              <a:rPr lang="en-US" sz="2400" dirty="0"/>
              <a:t>Strings are compared by their binary code (ordinal number) </a:t>
            </a:r>
          </a:p>
        </p:txBody>
      </p:sp>
      <p:pic>
        <p:nvPicPr>
          <p:cNvPr id="8" name="Picture 7">
            <a:extLst>
              <a:ext uri="{FF2B5EF4-FFF2-40B4-BE49-F238E27FC236}">
                <a16:creationId xmlns:a16="http://schemas.microsoft.com/office/drawing/2014/main" id="{AD664C8E-B18F-DEEE-DF88-3DC856FF0F91}"/>
              </a:ext>
            </a:extLst>
          </p:cNvPr>
          <p:cNvPicPr>
            <a:picLocks noChangeAspect="1"/>
          </p:cNvPicPr>
          <p:nvPr/>
        </p:nvPicPr>
        <p:blipFill>
          <a:blip r:embed="rId2"/>
          <a:stretch>
            <a:fillRect/>
          </a:stretch>
        </p:blipFill>
        <p:spPr>
          <a:xfrm>
            <a:off x="4876800" y="2298612"/>
            <a:ext cx="6835164" cy="3265512"/>
          </a:xfrm>
          <a:prstGeom prst="rect">
            <a:avLst/>
          </a:prstGeom>
        </p:spPr>
      </p:pic>
      <p:cxnSp>
        <p:nvCxnSpPr>
          <p:cNvPr id="10" name="Straight Arrow Connector 9">
            <a:extLst>
              <a:ext uri="{FF2B5EF4-FFF2-40B4-BE49-F238E27FC236}">
                <a16:creationId xmlns:a16="http://schemas.microsoft.com/office/drawing/2014/main" id="{FCC9A553-2F75-6EDA-9575-6E05218E0980}"/>
              </a:ext>
            </a:extLst>
          </p:cNvPr>
          <p:cNvCxnSpPr/>
          <p:nvPr/>
        </p:nvCxnSpPr>
        <p:spPr>
          <a:xfrm flipV="1">
            <a:off x="2783840" y="2791325"/>
            <a:ext cx="5791200" cy="15509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EC5626-DDE9-C404-F576-A7E19041B367}"/>
              </a:ext>
            </a:extLst>
          </p:cNvPr>
          <p:cNvSpPr txBox="1"/>
          <p:nvPr/>
        </p:nvSpPr>
        <p:spPr>
          <a:xfrm>
            <a:off x="3576320" y="5893309"/>
            <a:ext cx="6122189" cy="830997"/>
          </a:xfrm>
          <a:prstGeom prst="rect">
            <a:avLst/>
          </a:prstGeom>
          <a:noFill/>
          <a:ln>
            <a:solidFill>
              <a:srgbClr val="404040"/>
            </a:solidFill>
          </a:ln>
        </p:spPr>
        <p:txBody>
          <a:bodyPr wrap="none" rtlCol="0">
            <a:spAutoFit/>
          </a:bodyPr>
          <a:lstStyle/>
          <a:p>
            <a:r>
              <a:rPr lang="en-US" sz="2400" dirty="0"/>
              <a:t>“A” comes before ”Z” which comes before “a”</a:t>
            </a:r>
          </a:p>
          <a:p>
            <a:r>
              <a:rPr lang="en-US" sz="2400" dirty="0"/>
              <a:t>(65)                      (90)                              (97)</a:t>
            </a:r>
          </a:p>
        </p:txBody>
      </p:sp>
    </p:spTree>
    <p:extLst>
      <p:ext uri="{BB962C8B-B14F-4D97-AF65-F5344CB8AC3E}">
        <p14:creationId xmlns:p14="http://schemas.microsoft.com/office/powerpoint/2010/main" val="3935801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35B45-0C6F-7489-DA6F-0E1E42DEBAB5}"/>
              </a:ext>
            </a:extLst>
          </p:cNvPr>
          <p:cNvSpPr>
            <a:spLocks noGrp="1"/>
          </p:cNvSpPr>
          <p:nvPr>
            <p:ph type="title"/>
          </p:nvPr>
        </p:nvSpPr>
        <p:spPr/>
        <p:txBody>
          <a:bodyPr/>
          <a:lstStyle/>
          <a:p>
            <a:r>
              <a:rPr lang="en-US" dirty="0" err="1"/>
              <a:t>ord</a:t>
            </a:r>
            <a:endParaRPr lang="en-US" dirty="0"/>
          </a:p>
        </p:txBody>
      </p:sp>
      <p:sp>
        <p:nvSpPr>
          <p:cNvPr id="3" name="Content Placeholder 2">
            <a:extLst>
              <a:ext uri="{FF2B5EF4-FFF2-40B4-BE49-F238E27FC236}">
                <a16:creationId xmlns:a16="http://schemas.microsoft.com/office/drawing/2014/main" id="{207F5F60-7A76-56C5-2D26-2306740BE9B3}"/>
              </a:ext>
            </a:extLst>
          </p:cNvPr>
          <p:cNvSpPr>
            <a:spLocks noGrp="1"/>
          </p:cNvSpPr>
          <p:nvPr>
            <p:ph idx="1"/>
          </p:nvPr>
        </p:nvSpPr>
        <p:spPr/>
        <p:txBody>
          <a:bodyPr>
            <a:normAutofit/>
          </a:bodyPr>
          <a:lstStyle/>
          <a:p>
            <a:r>
              <a:rPr lang="en-US" sz="2800" dirty="0"/>
              <a:t>The python built-in function </a:t>
            </a:r>
            <a:r>
              <a:rPr lang="en-US" sz="2800" dirty="0" err="1"/>
              <a:t>ord</a:t>
            </a:r>
            <a:r>
              <a:rPr lang="en-US" sz="2800" dirty="0"/>
              <a:t>(character) can be used to retrieve the ordinal number for a specified character</a:t>
            </a:r>
          </a:p>
          <a:p>
            <a:r>
              <a:rPr lang="en-US" sz="2800" dirty="0"/>
              <a:t>Example: </a:t>
            </a:r>
            <a:r>
              <a:rPr lang="en-US" sz="2800" dirty="0" err="1"/>
              <a:t>ord</a:t>
            </a:r>
            <a:r>
              <a:rPr lang="en-US" sz="2800" dirty="0"/>
              <a:t>(“A”) </a:t>
            </a:r>
            <a:r>
              <a:rPr lang="en-US" sz="2800" dirty="0">
                <a:sym typeface="Wingdings" pitchFamily="2" charset="2"/>
              </a:rPr>
              <a:t>returns 65</a:t>
            </a:r>
            <a:endParaRPr lang="en-US" sz="2800" dirty="0"/>
          </a:p>
        </p:txBody>
      </p:sp>
    </p:spTree>
    <p:extLst>
      <p:ext uri="{BB962C8B-B14F-4D97-AF65-F5344CB8AC3E}">
        <p14:creationId xmlns:p14="http://schemas.microsoft.com/office/powerpoint/2010/main" val="3901756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460D-72DC-75E9-0CD6-B5F2B8E113FB}"/>
              </a:ext>
            </a:extLst>
          </p:cNvPr>
          <p:cNvSpPr>
            <a:spLocks noGrp="1"/>
          </p:cNvSpPr>
          <p:nvPr>
            <p:ph type="title"/>
          </p:nvPr>
        </p:nvSpPr>
        <p:spPr/>
        <p:txBody>
          <a:bodyPr/>
          <a:lstStyle/>
          <a:p>
            <a:r>
              <a:rPr lang="en-US" dirty="0"/>
              <a:t>Self Check</a:t>
            </a:r>
          </a:p>
        </p:txBody>
      </p:sp>
      <p:sp>
        <p:nvSpPr>
          <p:cNvPr id="3" name="Content Placeholder 2">
            <a:extLst>
              <a:ext uri="{FF2B5EF4-FFF2-40B4-BE49-F238E27FC236}">
                <a16:creationId xmlns:a16="http://schemas.microsoft.com/office/drawing/2014/main" id="{A7D92935-B13E-2794-1139-C29C16212E8A}"/>
              </a:ext>
            </a:extLst>
          </p:cNvPr>
          <p:cNvSpPr>
            <a:spLocks noGrp="1"/>
          </p:cNvSpPr>
          <p:nvPr>
            <p:ph idx="1"/>
          </p:nvPr>
        </p:nvSpPr>
        <p:spPr/>
        <p:txBody>
          <a:bodyPr>
            <a:normAutofit/>
          </a:bodyPr>
          <a:lstStyle/>
          <a:p>
            <a:r>
              <a:rPr lang="en-US" sz="2400" dirty="0"/>
              <a:t>What is the output of the following comparisons?</a:t>
            </a:r>
          </a:p>
          <a:p>
            <a:r>
              <a:rPr lang="en-US" sz="2400" dirty="0">
                <a:latin typeface="Courier New" panose="02070309020205020404" pitchFamily="49" charset="0"/>
                <a:cs typeface="Courier New" panose="02070309020205020404" pitchFamily="49" charset="0"/>
              </a:rPr>
              <a:t>“BBB” &lt; “</a:t>
            </a:r>
            <a:r>
              <a:rPr lang="en-US" sz="2400" dirty="0" err="1">
                <a:latin typeface="Courier New" panose="02070309020205020404" pitchFamily="49" charset="0"/>
                <a:cs typeface="Courier New" panose="02070309020205020404" pitchFamily="49" charset="0"/>
              </a:rPr>
              <a:t>aaa</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“a” == “A”</a:t>
            </a:r>
          </a:p>
          <a:p>
            <a:r>
              <a:rPr lang="en-US" sz="2400" dirty="0">
                <a:latin typeface="Courier New" panose="02070309020205020404" pitchFamily="49" charset="0"/>
                <a:cs typeface="Courier New" panose="02070309020205020404" pitchFamily="49" charset="0"/>
              </a:rPr>
              <a:t>“9” &gt; “8”</a:t>
            </a:r>
          </a:p>
          <a:p>
            <a:endParaRPr lang="en-US" sz="2400" dirty="0"/>
          </a:p>
        </p:txBody>
      </p:sp>
    </p:spTree>
    <p:extLst>
      <p:ext uri="{BB962C8B-B14F-4D97-AF65-F5344CB8AC3E}">
        <p14:creationId xmlns:p14="http://schemas.microsoft.com/office/powerpoint/2010/main" val="2021057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28F5-C97D-DF31-5501-AA0B7656F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02FBC-D550-57DB-49BE-A77EAE2097AB}"/>
              </a:ext>
            </a:extLst>
          </p:cNvPr>
          <p:cNvSpPr>
            <a:spLocks noGrp="1"/>
          </p:cNvSpPr>
          <p:nvPr>
            <p:ph type="title"/>
          </p:nvPr>
        </p:nvSpPr>
        <p:spPr/>
        <p:txBody>
          <a:bodyPr/>
          <a:lstStyle/>
          <a:p>
            <a:r>
              <a:rPr lang="en-US" dirty="0"/>
              <a:t>Self Check</a:t>
            </a:r>
          </a:p>
        </p:txBody>
      </p:sp>
      <p:sp>
        <p:nvSpPr>
          <p:cNvPr id="3" name="Content Placeholder 2">
            <a:extLst>
              <a:ext uri="{FF2B5EF4-FFF2-40B4-BE49-F238E27FC236}">
                <a16:creationId xmlns:a16="http://schemas.microsoft.com/office/drawing/2014/main" id="{7C9F21AC-93B5-ADB0-B5A4-5DB045CC4679}"/>
              </a:ext>
            </a:extLst>
          </p:cNvPr>
          <p:cNvSpPr>
            <a:spLocks noGrp="1"/>
          </p:cNvSpPr>
          <p:nvPr>
            <p:ph idx="1"/>
          </p:nvPr>
        </p:nvSpPr>
        <p:spPr/>
        <p:txBody>
          <a:bodyPr>
            <a:normAutofit/>
          </a:bodyPr>
          <a:lstStyle/>
          <a:p>
            <a:r>
              <a:rPr lang="en-US" sz="2400" dirty="0"/>
              <a:t>What is the output of the following comparisons?</a:t>
            </a:r>
          </a:p>
          <a:p>
            <a:r>
              <a:rPr lang="en-US" sz="2400" dirty="0">
                <a:latin typeface="Courier New" panose="02070309020205020404" pitchFamily="49" charset="0"/>
                <a:cs typeface="Courier New" panose="02070309020205020404" pitchFamily="49" charset="0"/>
              </a:rPr>
              <a:t>“BBB” &lt; “</a:t>
            </a:r>
            <a:r>
              <a:rPr lang="en-US" sz="2400" dirty="0" err="1">
                <a:latin typeface="Courier New" panose="02070309020205020404" pitchFamily="49" charset="0"/>
                <a:cs typeface="Courier New" panose="02070309020205020404" pitchFamily="49" charset="0"/>
              </a:rPr>
              <a:t>aaa</a:t>
            </a:r>
            <a:r>
              <a:rPr lang="en-US" sz="2400" dirty="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True</a:t>
            </a:r>
          </a:p>
          <a:p>
            <a:r>
              <a:rPr lang="en-US" sz="2400" dirty="0">
                <a:latin typeface="Courier New" panose="02070309020205020404" pitchFamily="49" charset="0"/>
                <a:cs typeface="Courier New" panose="02070309020205020404" pitchFamily="49" charset="0"/>
              </a:rPr>
              <a:t>“a” == “A”     </a:t>
            </a:r>
            <a:r>
              <a:rPr lang="en-US" sz="2400" b="1" dirty="0">
                <a:latin typeface="Courier New" panose="02070309020205020404" pitchFamily="49" charset="0"/>
                <a:cs typeface="Courier New" panose="02070309020205020404" pitchFamily="49" charset="0"/>
              </a:rPr>
              <a:t>False</a:t>
            </a:r>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“9” &gt; “8”      </a:t>
            </a:r>
            <a:r>
              <a:rPr lang="en-US" sz="2400" b="1" dirty="0">
                <a:latin typeface="Courier New" panose="02070309020205020404" pitchFamily="49" charset="0"/>
                <a:cs typeface="Courier New" panose="02070309020205020404" pitchFamily="49" charset="0"/>
              </a:rPr>
              <a:t>True</a:t>
            </a:r>
            <a:endParaRPr lang="en-US" sz="2400" dirty="0">
              <a:latin typeface="Courier New" panose="02070309020205020404" pitchFamily="49" charset="0"/>
              <a:cs typeface="Courier New" panose="02070309020205020404" pitchFamily="49" charset="0"/>
            </a:endParaRPr>
          </a:p>
          <a:p>
            <a:endParaRPr lang="en-US" sz="2400" dirty="0"/>
          </a:p>
        </p:txBody>
      </p:sp>
    </p:spTree>
    <p:extLst>
      <p:ext uri="{BB962C8B-B14F-4D97-AF65-F5344CB8AC3E}">
        <p14:creationId xmlns:p14="http://schemas.microsoft.com/office/powerpoint/2010/main" val="33441727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19488-A11E-EB6D-91ED-462B64612A25}"/>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208B0FD1-5F6A-134F-5C58-EC524C48D0E7}"/>
              </a:ext>
            </a:extLst>
          </p:cNvPr>
          <p:cNvSpPr>
            <a:spLocks noGrp="1"/>
          </p:cNvSpPr>
          <p:nvPr>
            <p:ph idx="1"/>
          </p:nvPr>
        </p:nvSpPr>
        <p:spPr/>
        <p:txBody>
          <a:bodyPr>
            <a:normAutofit fontScale="92500" lnSpcReduction="20000"/>
          </a:bodyPr>
          <a:lstStyle/>
          <a:p>
            <a:r>
              <a:rPr lang="en-US" dirty="0"/>
              <a:t>Write a program to ask for the user’s age. For those less than 18 output “Minor” otherwise output “Age of Majority”</a:t>
            </a:r>
          </a:p>
          <a:p>
            <a:r>
              <a:rPr lang="en-US" dirty="0"/>
              <a:t>Program to read an integer from the user and print whether it is zero, negative or positive</a:t>
            </a:r>
          </a:p>
          <a:p>
            <a:r>
              <a:rPr lang="en-US" dirty="0"/>
              <a:t>Program to compute and compare Area of Rectangles</a:t>
            </a:r>
          </a:p>
          <a:p>
            <a:pPr lvl="1"/>
            <a:r>
              <a:rPr lang="en-US" dirty="0"/>
              <a:t>Write code to determine if 2 rectangles have the same area:</a:t>
            </a:r>
          </a:p>
          <a:p>
            <a:pPr lvl="1"/>
            <a:r>
              <a:rPr lang="en-US" dirty="0"/>
              <a:t>Rectangle 1 dimensions: 2.49 x 2.49</a:t>
            </a:r>
          </a:p>
          <a:p>
            <a:pPr lvl="1"/>
            <a:r>
              <a:rPr lang="en-US" dirty="0"/>
              <a:t>Rectangle 2 dimensions: 1.0 x 6.2001</a:t>
            </a:r>
          </a:p>
          <a:p>
            <a:r>
              <a:rPr lang="en-US" dirty="0"/>
              <a:t>There is a small inconsistency in a number comparison program. What is the inconsistency, given an example input that exposes it and then fix it.</a:t>
            </a:r>
          </a:p>
          <a:p>
            <a:endParaRPr lang="en-US" dirty="0"/>
          </a:p>
        </p:txBody>
      </p:sp>
    </p:spTree>
    <p:extLst>
      <p:ext uri="{BB962C8B-B14F-4D97-AF65-F5344CB8AC3E}">
        <p14:creationId xmlns:p14="http://schemas.microsoft.com/office/powerpoint/2010/main" val="188174958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28592</TotalTime>
  <Words>3598</Words>
  <Application>Microsoft Macintosh PowerPoint</Application>
  <PresentationFormat>Widescreen</PresentationFormat>
  <Paragraphs>399</Paragraphs>
  <Slides>48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Arial</vt:lpstr>
      <vt:lpstr>Courier New</vt:lpstr>
      <vt:lpstr>Gill Sans MT</vt:lpstr>
      <vt:lpstr>Wingdings</vt:lpstr>
      <vt:lpstr>Parcel</vt:lpstr>
      <vt:lpstr>DECISIONS (If/Then/Else)</vt:lpstr>
      <vt:lpstr>Flow of Control</vt:lpstr>
      <vt:lpstr>Find a Partner:  The Bank Machine</vt:lpstr>
      <vt:lpstr>(Refined) Questions TO ASK</vt:lpstr>
      <vt:lpstr>Withdrawing Money Analysis</vt:lpstr>
      <vt:lpstr>The Goal Ask: What are we trying to achieve?</vt:lpstr>
      <vt:lpstr>Decomposition Ask: Can we break it down into smaller parts?</vt:lpstr>
      <vt:lpstr>Pattern Recognition Ask: What are the patterns? Have we solved it before?</vt:lpstr>
      <vt:lpstr>Abstraction Ask: What do we know? What information is missing?</vt:lpstr>
      <vt:lpstr>What Kind of Information? Ask: What kind of information is each piece?</vt:lpstr>
      <vt:lpstr>Order and Combinations Matter Ask: What decisions need to be made, and in what order?</vt:lpstr>
      <vt:lpstr>Algorithm Design Ask: Can we represent it differently?</vt:lpstr>
      <vt:lpstr>Test Your Algorithm Ask: How will we know it works?</vt:lpstr>
      <vt:lpstr>Where We're Going Next Ask: Can we represent it differently?</vt:lpstr>
      <vt:lpstr>Algorithm as Flow Chart</vt:lpstr>
      <vt:lpstr>Algorithm as Pseudocode</vt:lpstr>
      <vt:lpstr>Code Examples</vt:lpstr>
      <vt:lpstr>BOOLEAN EXPRESSIONS</vt:lpstr>
      <vt:lpstr>BOOLEAN EXPRESSIONS</vt:lpstr>
      <vt:lpstr>Quick Hitters</vt:lpstr>
      <vt:lpstr>Conditional Statements</vt:lpstr>
      <vt:lpstr>If statement</vt:lpstr>
      <vt:lpstr>Example</vt:lpstr>
      <vt:lpstr>If-Else statement</vt:lpstr>
      <vt:lpstr>If-Else statement</vt:lpstr>
      <vt:lpstr>Self-Check</vt:lpstr>
      <vt:lpstr>Self-Check</vt:lpstr>
      <vt:lpstr>Example</vt:lpstr>
      <vt:lpstr>If-elif-Else statement</vt:lpstr>
      <vt:lpstr>Example</vt:lpstr>
      <vt:lpstr>Nested Conditional Statements</vt:lpstr>
      <vt:lpstr>Find a Partner</vt:lpstr>
      <vt:lpstr>Find a Partner</vt:lpstr>
      <vt:lpstr>A few notes about comparisons</vt:lpstr>
      <vt:lpstr>Floating Point Values</vt:lpstr>
      <vt:lpstr>What is the output?</vt:lpstr>
      <vt:lpstr>What is the output?</vt:lpstr>
      <vt:lpstr>What is the output?</vt:lpstr>
      <vt:lpstr>Solution 1: Thresholds</vt:lpstr>
      <vt:lpstr>Solution 2: Math.isclose</vt:lpstr>
      <vt:lpstr>Comparing Floats</vt:lpstr>
      <vt:lpstr>Comparing Floats</vt:lpstr>
      <vt:lpstr>Comparing Floats</vt:lpstr>
      <vt:lpstr>Comparing Strings</vt:lpstr>
      <vt:lpstr>ord</vt:lpstr>
      <vt:lpstr>Self Check</vt:lpstr>
      <vt:lpstr>Self Check</vt:lpstr>
      <vt:lpstr>Try at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2</cp:revision>
  <dcterms:created xsi:type="dcterms:W3CDTF">2025-06-27T17:31:36Z</dcterms:created>
  <dcterms:modified xsi:type="dcterms:W3CDTF">2026-09-29T01:55:28Z</dcterms:modified>
</cp:coreProperties>
</file>